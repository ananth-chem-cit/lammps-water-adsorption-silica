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5" r:id="rId6"/>
    <p:sldId id="266" r:id="rId7"/>
    <p:sldId id="277" r:id="rId8"/>
    <p:sldId id="276" r:id="rId9"/>
    <p:sldId id="267" r:id="rId10"/>
    <p:sldId id="273" r:id="rId11"/>
    <p:sldId id="275" r:id="rId12"/>
    <p:sldId id="271" r:id="rId13"/>
    <p:sldId id="279" r:id="rId14"/>
    <p:sldId id="278" r:id="rId15"/>
    <p:sldId id="270" r:id="rId16"/>
    <p:sldId id="274" r:id="rId17"/>
    <p:sldId id="272" r:id="rId18"/>
    <p:sldId id="269" r:id="rId19"/>
    <p:sldId id="281" r:id="rId20"/>
    <p:sldId id="280" r:id="rId21"/>
    <p:sldId id="268" r:id="rId22"/>
    <p:sldId id="261" r:id="rId23"/>
    <p:sldId id="262" r:id="rId24"/>
    <p:sldId id="263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0909D2-3EF1-49CA-A591-8D48B31E558E}" v="638" dt="2025-07-01T13:19:10.525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h Elumalai" userId="749bd12bfc99d49c" providerId="LiveId" clId="{F20909D2-3EF1-49CA-A591-8D48B31E558E}"/>
    <pc:docChg chg="undo custSel addSld delSld modSld sldOrd modMainMaster">
      <pc:chgData name="Ananth Elumalai" userId="749bd12bfc99d49c" providerId="LiveId" clId="{F20909D2-3EF1-49CA-A591-8D48B31E558E}" dt="2025-07-01T13:19:47.962" v="1689" actId="122"/>
      <pc:docMkLst>
        <pc:docMk/>
      </pc:docMkLst>
      <pc:sldChg chg="addSp delSp modSp mod setBg">
        <pc:chgData name="Ananth Elumalai" userId="749bd12bfc99d49c" providerId="LiveId" clId="{F20909D2-3EF1-49CA-A591-8D48B31E558E}" dt="2025-07-01T13:19:47.962" v="1689" actId="122"/>
        <pc:sldMkLst>
          <pc:docMk/>
          <pc:sldMk cId="1741049966" sldId="256"/>
        </pc:sldMkLst>
        <pc:spChg chg="mod">
          <ac:chgData name="Ananth Elumalai" userId="749bd12bfc99d49c" providerId="LiveId" clId="{F20909D2-3EF1-49CA-A591-8D48B31E558E}" dt="2025-07-01T13:15:49.451" v="1676" actId="1076"/>
          <ac:spMkLst>
            <pc:docMk/>
            <pc:sldMk cId="1741049966" sldId="256"/>
            <ac:spMk id="2" creationId="{5FFFEBA4-7E6B-4741-9F3B-41673D2ED159}"/>
          </ac:spMkLst>
        </pc:spChg>
        <pc:spChg chg="mod">
          <ac:chgData name="Ananth Elumalai" userId="749bd12bfc99d49c" providerId="LiveId" clId="{F20909D2-3EF1-49CA-A591-8D48B31E558E}" dt="2025-07-01T13:15:55.429" v="1677" actId="20577"/>
          <ac:spMkLst>
            <pc:docMk/>
            <pc:sldMk cId="1741049966" sldId="256"/>
            <ac:spMk id="3" creationId="{B7598843-1777-66A4-BBA0-CDCADD902CC3}"/>
          </ac:spMkLst>
        </pc:spChg>
        <pc:spChg chg="add mod">
          <ac:chgData name="Ananth Elumalai" userId="749bd12bfc99d49c" providerId="LiveId" clId="{F20909D2-3EF1-49CA-A591-8D48B31E558E}" dt="2025-06-27T17:11:12.987" v="798" actId="14100"/>
          <ac:spMkLst>
            <pc:docMk/>
            <pc:sldMk cId="1741049966" sldId="256"/>
            <ac:spMk id="4" creationId="{C1390A3D-F6D7-674A-EB77-EBCD68D18D88}"/>
          </ac:spMkLst>
        </pc:spChg>
        <pc:spChg chg="add mod">
          <ac:chgData name="Ananth Elumalai" userId="749bd12bfc99d49c" providerId="LiveId" clId="{F20909D2-3EF1-49CA-A591-8D48B31E558E}" dt="2025-07-01T13:19:39.698" v="1686" actId="123"/>
          <ac:spMkLst>
            <pc:docMk/>
            <pc:sldMk cId="1741049966" sldId="256"/>
            <ac:spMk id="5" creationId="{76D07017-B296-AC08-68A1-D87557A7106B}"/>
          </ac:spMkLst>
        </pc:spChg>
        <pc:spChg chg="add mod">
          <ac:chgData name="Ananth Elumalai" userId="749bd12bfc99d49c" providerId="LiveId" clId="{F20909D2-3EF1-49CA-A591-8D48B31E558E}" dt="2025-07-01T13:19:47.962" v="1689" actId="122"/>
          <ac:spMkLst>
            <pc:docMk/>
            <pc:sldMk cId="1741049966" sldId="256"/>
            <ac:spMk id="7" creationId="{A5B86559-7D77-92E1-1BE1-F4569BB52AD5}"/>
          </ac:spMkLst>
        </pc:spChg>
        <pc:spChg chg="add">
          <ac:chgData name="Ananth Elumalai" userId="749bd12bfc99d49c" providerId="LiveId" clId="{F20909D2-3EF1-49CA-A591-8D48B31E558E}" dt="2025-06-27T17:14:21.798" v="827" actId="26606"/>
          <ac:spMkLst>
            <pc:docMk/>
            <pc:sldMk cId="1741049966" sldId="256"/>
            <ac:spMk id="11289" creationId="{B1A515B1-A9B3-49B0-AE0D-D038D42C21A9}"/>
          </ac:spMkLst>
        </pc:spChg>
        <pc:picChg chg="add mod ord">
          <ac:chgData name="Ananth Elumalai" userId="749bd12bfc99d49c" providerId="LiveId" clId="{F20909D2-3EF1-49CA-A591-8D48B31E558E}" dt="2025-07-01T13:19:10.524" v="1682" actId="1076"/>
          <ac:picMkLst>
            <pc:docMk/>
            <pc:sldMk cId="1741049966" sldId="256"/>
            <ac:picMk id="11270" creationId="{DD103C52-19A8-B8ED-5489-C03C80DB3C93}"/>
          </ac:picMkLst>
        </pc:picChg>
      </pc:sldChg>
      <pc:sldChg chg="addSp delSp modSp mod">
        <pc:chgData name="Ananth Elumalai" userId="749bd12bfc99d49c" providerId="LiveId" clId="{F20909D2-3EF1-49CA-A591-8D48B31E558E}" dt="2025-06-28T17:04:21.819" v="1548" actId="2711"/>
        <pc:sldMkLst>
          <pc:docMk/>
          <pc:sldMk cId="105081719" sldId="257"/>
        </pc:sldMkLst>
        <pc:spChg chg="mod">
          <ac:chgData name="Ananth Elumalai" userId="749bd12bfc99d49c" providerId="LiveId" clId="{F20909D2-3EF1-49CA-A591-8D48B31E558E}" dt="2025-06-27T17:16:54.379" v="834" actId="14100"/>
          <ac:spMkLst>
            <pc:docMk/>
            <pc:sldMk cId="105081719" sldId="257"/>
            <ac:spMk id="5" creationId="{BFBE3479-8B4B-557B-9C65-0C39493960BE}"/>
          </ac:spMkLst>
        </pc:spChg>
        <pc:graphicFrameChg chg="add mod">
          <ac:chgData name="Ananth Elumalai" userId="749bd12bfc99d49c" providerId="LiveId" clId="{F20909D2-3EF1-49CA-A591-8D48B31E558E}" dt="2025-06-28T17:04:21.819" v="1548" actId="2711"/>
          <ac:graphicFrameMkLst>
            <pc:docMk/>
            <pc:sldMk cId="105081719" sldId="257"/>
            <ac:graphicFrameMk id="12292" creationId="{4B3781B3-1029-43F9-EDEA-EA8B988B8B78}"/>
          </ac:graphicFrameMkLst>
        </pc:graphicFrameChg>
        <pc:picChg chg="add mod">
          <ac:chgData name="Ananth Elumalai" userId="749bd12bfc99d49c" providerId="LiveId" clId="{F20909D2-3EF1-49CA-A591-8D48B31E558E}" dt="2025-06-27T17:24:25.667" v="857" actId="1076"/>
          <ac:picMkLst>
            <pc:docMk/>
            <pc:sldMk cId="105081719" sldId="257"/>
            <ac:picMk id="12290" creationId="{81B77094-8787-6D9F-4C50-7FF7E7F95607}"/>
          </ac:picMkLst>
        </pc:picChg>
      </pc:sldChg>
      <pc:sldChg chg="addSp delSp modSp mod ord setBg">
        <pc:chgData name="Ananth Elumalai" userId="749bd12bfc99d49c" providerId="LiveId" clId="{F20909D2-3EF1-49CA-A591-8D48B31E558E}" dt="2025-06-28T17:04:28.357" v="1550"/>
        <pc:sldMkLst>
          <pc:docMk/>
          <pc:sldMk cId="483553713" sldId="258"/>
        </pc:sldMkLst>
        <pc:spChg chg="ord">
          <ac:chgData name="Ananth Elumalai" userId="749bd12bfc99d49c" providerId="LiveId" clId="{F20909D2-3EF1-49CA-A591-8D48B31E558E}" dt="2025-06-27T17:26:16.708" v="870" actId="26606"/>
          <ac:spMkLst>
            <pc:docMk/>
            <pc:sldMk cId="483553713" sldId="258"/>
            <ac:spMk id="3" creationId="{4220B1F0-EDC9-CBF8-E79B-8506084519B6}"/>
          </ac:spMkLst>
        </pc:spChg>
        <pc:spChg chg="mod">
          <ac:chgData name="Ananth Elumalai" userId="749bd12bfc99d49c" providerId="LiveId" clId="{F20909D2-3EF1-49CA-A591-8D48B31E558E}" dt="2025-06-27T17:17:30.582" v="837" actId="14100"/>
          <ac:spMkLst>
            <pc:docMk/>
            <pc:sldMk cId="483553713" sldId="258"/>
            <ac:spMk id="6" creationId="{6160D876-C2AE-8AD7-9DB9-B6FEA9B65864}"/>
          </ac:spMkLst>
        </pc:spChg>
        <pc:spChg chg="mod">
          <ac:chgData name="Ananth Elumalai" userId="749bd12bfc99d49c" providerId="LiveId" clId="{F20909D2-3EF1-49CA-A591-8D48B31E558E}" dt="2025-06-28T17:03:09.932" v="1546" actId="27636"/>
          <ac:spMkLst>
            <pc:docMk/>
            <pc:sldMk cId="483553713" sldId="258"/>
            <ac:spMk id="8" creationId="{C19E1A26-7F5B-2EC7-AD9D-2347D54D6564}"/>
          </ac:spMkLst>
        </pc:spChg>
        <pc:spChg chg="add">
          <ac:chgData name="Ananth Elumalai" userId="749bd12bfc99d49c" providerId="LiveId" clId="{F20909D2-3EF1-49CA-A591-8D48B31E558E}" dt="2025-06-27T17:26:16.708" v="870" actId="26606"/>
          <ac:spMkLst>
            <pc:docMk/>
            <pc:sldMk cId="483553713" sldId="258"/>
            <ac:spMk id="13336" creationId="{84D30AFB-4D71-48B0-AA00-28EE92363A5F}"/>
          </ac:spMkLst>
        </pc:spChg>
        <pc:spChg chg="add">
          <ac:chgData name="Ananth Elumalai" userId="749bd12bfc99d49c" providerId="LiveId" clId="{F20909D2-3EF1-49CA-A591-8D48B31E558E}" dt="2025-06-27T17:26:16.708" v="870" actId="26606"/>
          <ac:spMkLst>
            <pc:docMk/>
            <pc:sldMk cId="483553713" sldId="258"/>
            <ac:spMk id="13337" creationId="{96A0B76F-8010-4C62-B4B6-C5FC438C059E}"/>
          </ac:spMkLst>
        </pc:spChg>
        <pc:spChg chg="add">
          <ac:chgData name="Ananth Elumalai" userId="749bd12bfc99d49c" providerId="LiveId" clId="{F20909D2-3EF1-49CA-A591-8D48B31E558E}" dt="2025-06-27T17:26:16.708" v="870" actId="26606"/>
          <ac:spMkLst>
            <pc:docMk/>
            <pc:sldMk cId="483553713" sldId="258"/>
            <ac:spMk id="13338" creationId="{B36BEBD5-A373-4C8C-8C06-CD8007E22F39}"/>
          </ac:spMkLst>
        </pc:spChg>
        <pc:picChg chg="add mod">
          <ac:chgData name="Ananth Elumalai" userId="749bd12bfc99d49c" providerId="LiveId" clId="{F20909D2-3EF1-49CA-A591-8D48B31E558E}" dt="2025-06-28T15:11:47.716" v="1187" actId="1076"/>
          <ac:picMkLst>
            <pc:docMk/>
            <pc:sldMk cId="483553713" sldId="258"/>
            <ac:picMk id="2" creationId="{8C6FE7C8-EEE5-C2B3-A9AB-A2E6DDD27741}"/>
          </ac:picMkLst>
        </pc:picChg>
      </pc:sldChg>
      <pc:sldChg chg="new del">
        <pc:chgData name="Ananth Elumalai" userId="749bd12bfc99d49c" providerId="LiveId" clId="{F20909D2-3EF1-49CA-A591-8D48B31E558E}" dt="2025-06-24T17:13:56.916" v="14" actId="47"/>
        <pc:sldMkLst>
          <pc:docMk/>
          <pc:sldMk cId="87661306" sldId="259"/>
        </pc:sldMkLst>
      </pc:sldChg>
      <pc:sldChg chg="addSp delSp modSp new mod setBg">
        <pc:chgData name="Ananth Elumalai" userId="749bd12bfc99d49c" providerId="LiveId" clId="{F20909D2-3EF1-49CA-A591-8D48B31E558E}" dt="2025-07-01T13:16:49.317" v="1680" actId="1076"/>
        <pc:sldMkLst>
          <pc:docMk/>
          <pc:sldMk cId="2163215960" sldId="259"/>
        </pc:sldMkLst>
        <pc:spChg chg="add mod">
          <ac:chgData name="Ananth Elumalai" userId="749bd12bfc99d49c" providerId="LiveId" clId="{F20909D2-3EF1-49CA-A591-8D48B31E558E}" dt="2025-06-27T16:25:06.567" v="579" actId="14100"/>
          <ac:spMkLst>
            <pc:docMk/>
            <pc:sldMk cId="2163215960" sldId="259"/>
            <ac:spMk id="2" creationId="{A56CEFDA-55EC-988B-C5B6-5DAA18257C85}"/>
          </ac:spMkLst>
        </pc:spChg>
        <pc:spChg chg="add mod">
          <ac:chgData name="Ananth Elumalai" userId="749bd12bfc99d49c" providerId="LiveId" clId="{F20909D2-3EF1-49CA-A591-8D48B31E558E}" dt="2025-06-27T16:28:57.145" v="605" actId="27636"/>
          <ac:spMkLst>
            <pc:docMk/>
            <pc:sldMk cId="2163215960" sldId="259"/>
            <ac:spMk id="4" creationId="{F1CA4B53-0010-6B33-219E-994639A7389E}"/>
          </ac:spMkLst>
        </pc:spChg>
        <pc:spChg chg="add mod">
          <ac:chgData name="Ananth Elumalai" userId="749bd12bfc99d49c" providerId="LiveId" clId="{F20909D2-3EF1-49CA-A591-8D48B31E558E}" dt="2025-06-27T16:26:37.296" v="586"/>
          <ac:spMkLst>
            <pc:docMk/>
            <pc:sldMk cId="2163215960" sldId="259"/>
            <ac:spMk id="7" creationId="{89F5F591-A533-700E-A283-37ADE5A09C31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9" creationId="{DB691D59-8F51-4DD8-AD41-D568D29B08F8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11" creationId="{204AEF18-0627-48F3-9B3D-F7E8F050B1D4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13" creationId="{CEAEE08A-C572-438F-9753-B0D527A515A7}"/>
          </ac:spMkLst>
        </pc:spChg>
        <pc:spChg chg="add mod">
          <ac:chgData name="Ananth Elumalai" userId="749bd12bfc99d49c" providerId="LiveId" clId="{F20909D2-3EF1-49CA-A591-8D48B31E558E}" dt="2025-06-27T16:29:16.517" v="606" actId="255"/>
          <ac:spMkLst>
            <pc:docMk/>
            <pc:sldMk cId="2163215960" sldId="259"/>
            <ac:spMk id="14" creationId="{12B089F4-8BBA-4845-94D7-9EEAD7810AC8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15" creationId="{993F09C6-4F57-4B05-9592-E253D8BC6286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17" creationId="{3CED7894-4F62-4A6C-8DB5-DB5BE08E9C03}"/>
          </ac:spMkLst>
        </pc:spChg>
        <pc:spChg chg="add">
          <ac:chgData name="Ananth Elumalai" userId="749bd12bfc99d49c" providerId="LiveId" clId="{F20909D2-3EF1-49CA-A591-8D48B31E558E}" dt="2025-06-24T17:24:38.883" v="118" actId="26606"/>
          <ac:spMkLst>
            <pc:docMk/>
            <pc:sldMk cId="2163215960" sldId="259"/>
            <ac:spMk id="19" creationId="{E536F3B4-50F6-4C52-8F76-4EB1214719DC}"/>
          </ac:spMkLst>
        </pc:spChg>
        <pc:picChg chg="add mod">
          <ac:chgData name="Ananth Elumalai" userId="749bd12bfc99d49c" providerId="LiveId" clId="{F20909D2-3EF1-49CA-A591-8D48B31E558E}" dt="2025-07-01T13:16:49.317" v="1680" actId="1076"/>
          <ac:picMkLst>
            <pc:docMk/>
            <pc:sldMk cId="2163215960" sldId="259"/>
            <ac:picMk id="10" creationId="{C04F28E8-DBB9-5430-4397-5A6D3E80423F}"/>
          </ac:picMkLst>
        </pc:picChg>
        <pc:picChg chg="add mod">
          <ac:chgData name="Ananth Elumalai" userId="749bd12bfc99d49c" providerId="LiveId" clId="{F20909D2-3EF1-49CA-A591-8D48B31E558E}" dt="2025-06-28T16:46:43.917" v="1442" actId="14100"/>
          <ac:picMkLst>
            <pc:docMk/>
            <pc:sldMk cId="2163215960" sldId="259"/>
            <ac:picMk id="7178" creationId="{E94198B4-E297-CE09-9499-03D35C76983F}"/>
          </ac:picMkLst>
        </pc:picChg>
      </pc:sldChg>
      <pc:sldChg chg="addSp delSp modSp new del mod ord">
        <pc:chgData name="Ananth Elumalai" userId="749bd12bfc99d49c" providerId="LiveId" clId="{F20909D2-3EF1-49CA-A591-8D48B31E558E}" dt="2025-06-27T17:46:23.923" v="1055" actId="47"/>
        <pc:sldMkLst>
          <pc:docMk/>
          <pc:sldMk cId="2191663162" sldId="260"/>
        </pc:sldMkLst>
      </pc:sldChg>
      <pc:sldChg chg="addSp delSp modSp new mod ord setBg">
        <pc:chgData name="Ananth Elumalai" userId="749bd12bfc99d49c" providerId="LiveId" clId="{F20909D2-3EF1-49CA-A591-8D48B31E558E}" dt="2025-06-28T17:06:04.724" v="1561" actId="2711"/>
        <pc:sldMkLst>
          <pc:docMk/>
          <pc:sldMk cId="113698707" sldId="261"/>
        </pc:sldMkLst>
        <pc:spChg chg="add mod">
          <ac:chgData name="Ananth Elumalai" userId="749bd12bfc99d49c" providerId="LiveId" clId="{F20909D2-3EF1-49CA-A591-8D48B31E558E}" dt="2025-06-28T17:06:04.724" v="1561" actId="2711"/>
          <ac:spMkLst>
            <pc:docMk/>
            <pc:sldMk cId="113698707" sldId="261"/>
            <ac:spMk id="9" creationId="{766C065C-8068-37AA-DF55-5944C8AB5E0D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20" creationId="{E9AA9F65-94B8-41A5-A7FF-23D2CFB116BB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22" creationId="{7E8B0F8E-3F6C-4541-B9C1-774D80A08834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24" creationId="{7A45F5BC-32D1-41CD-B270-C46F18CA1ACC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26" creationId="{5BB74D4E-F243-4A10-813D-500A14025392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28" creationId="{D70130DC-F780-43D2-B26A-92EACD78951B}"/>
          </ac:spMkLst>
        </pc:spChg>
        <pc:spChg chg="add">
          <ac:chgData name="Ananth Elumalai" userId="749bd12bfc99d49c" providerId="LiveId" clId="{F20909D2-3EF1-49CA-A591-8D48B31E558E}" dt="2025-06-28T16:49:00.043" v="1457" actId="26606"/>
          <ac:spMkLst>
            <pc:docMk/>
            <pc:sldMk cId="113698707" sldId="261"/>
            <ac:spMk id="30" creationId="{17676E0E-5B44-4166-8EDD-CFDBAC622C26}"/>
          </ac:spMkLst>
        </pc:spChg>
        <pc:picChg chg="add mod ord">
          <ac:chgData name="Ananth Elumalai" userId="749bd12bfc99d49c" providerId="LiveId" clId="{F20909D2-3EF1-49CA-A591-8D48B31E558E}" dt="2025-06-28T16:49:00.043" v="1457" actId="26606"/>
          <ac:picMkLst>
            <pc:docMk/>
            <pc:sldMk cId="113698707" sldId="261"/>
            <ac:picMk id="12" creationId="{822F5C1A-C740-B834-F3D4-A880F5A77823}"/>
          </ac:picMkLst>
        </pc:picChg>
      </pc:sldChg>
      <pc:sldChg chg="addSp delSp modSp new mod ord setBg">
        <pc:chgData name="Ananth Elumalai" userId="749bd12bfc99d49c" providerId="LiveId" clId="{F20909D2-3EF1-49CA-A591-8D48B31E558E}" dt="2025-06-28T17:06:14.956" v="1562" actId="2711"/>
        <pc:sldMkLst>
          <pc:docMk/>
          <pc:sldMk cId="2027785073" sldId="262"/>
        </pc:sldMkLst>
        <pc:spChg chg="add mod">
          <ac:chgData name="Ananth Elumalai" userId="749bd12bfc99d49c" providerId="LiveId" clId="{F20909D2-3EF1-49CA-A591-8D48B31E558E}" dt="2025-06-27T15:14:11.160" v="343" actId="20578"/>
          <ac:spMkLst>
            <pc:docMk/>
            <pc:sldMk cId="2027785073" sldId="262"/>
            <ac:spMk id="3" creationId="{6C359739-52B3-CF7F-4D35-08C16FC2BCF5}"/>
          </ac:spMkLst>
        </pc:spChg>
        <pc:spChg chg="add">
          <ac:chgData name="Ananth Elumalai" userId="749bd12bfc99d49c" providerId="LiveId" clId="{F20909D2-3EF1-49CA-A591-8D48B31E558E}" dt="2025-06-27T15:13:22.713" v="338" actId="26606"/>
          <ac:spMkLst>
            <pc:docMk/>
            <pc:sldMk cId="2027785073" sldId="262"/>
            <ac:spMk id="20" creationId="{DB691D59-8F51-4DD8-AD41-D568D29B08F8}"/>
          </ac:spMkLst>
        </pc:spChg>
        <pc:spChg chg="add">
          <ac:chgData name="Ananth Elumalai" userId="749bd12bfc99d49c" providerId="LiveId" clId="{F20909D2-3EF1-49CA-A591-8D48B31E558E}" dt="2025-06-27T15:13:22.713" v="338" actId="26606"/>
          <ac:spMkLst>
            <pc:docMk/>
            <pc:sldMk cId="2027785073" sldId="262"/>
            <ac:spMk id="21" creationId="{204AEF18-0627-48F3-9B3D-F7E8F050B1D4}"/>
          </ac:spMkLst>
        </pc:spChg>
        <pc:spChg chg="add">
          <ac:chgData name="Ananth Elumalai" userId="749bd12bfc99d49c" providerId="LiveId" clId="{F20909D2-3EF1-49CA-A591-8D48B31E558E}" dt="2025-06-27T15:13:22.713" v="338" actId="26606"/>
          <ac:spMkLst>
            <pc:docMk/>
            <pc:sldMk cId="2027785073" sldId="262"/>
            <ac:spMk id="22" creationId="{CEAEE08A-C572-438F-9753-B0D527A515A7}"/>
          </ac:spMkLst>
        </pc:spChg>
        <pc:spChg chg="add">
          <ac:chgData name="Ananth Elumalai" userId="749bd12bfc99d49c" providerId="LiveId" clId="{F20909D2-3EF1-49CA-A591-8D48B31E558E}" dt="2025-06-27T15:13:22.713" v="338" actId="26606"/>
          <ac:spMkLst>
            <pc:docMk/>
            <pc:sldMk cId="2027785073" sldId="262"/>
            <ac:spMk id="23" creationId="{DB93146F-62ED-4C59-844C-0935D0FB5031}"/>
          </ac:spMkLst>
        </pc:spChg>
        <pc:spChg chg="add">
          <ac:chgData name="Ananth Elumalai" userId="749bd12bfc99d49c" providerId="LiveId" clId="{F20909D2-3EF1-49CA-A591-8D48B31E558E}" dt="2025-06-27T15:13:22.713" v="338" actId="26606"/>
          <ac:spMkLst>
            <pc:docMk/>
            <pc:sldMk cId="2027785073" sldId="262"/>
            <ac:spMk id="24" creationId="{F9CD4BEB-C391-4F7E-9838-95411A832349}"/>
          </ac:spMkLst>
        </pc:spChg>
        <pc:graphicFrameChg chg="add mod ord modGraphic">
          <ac:chgData name="Ananth Elumalai" userId="749bd12bfc99d49c" providerId="LiveId" clId="{F20909D2-3EF1-49CA-A591-8D48B31E558E}" dt="2025-06-28T17:06:14.956" v="1562" actId="2711"/>
          <ac:graphicFrameMkLst>
            <pc:docMk/>
            <pc:sldMk cId="2027785073" sldId="262"/>
            <ac:graphicFrameMk id="2" creationId="{395D0257-E357-A509-C2E4-18D7F7BC27CB}"/>
          </ac:graphicFrameMkLst>
        </pc:graphicFrameChg>
        <pc:picChg chg="add mod">
          <ac:chgData name="Ananth Elumalai" userId="749bd12bfc99d49c" providerId="LiveId" clId="{F20909D2-3EF1-49CA-A591-8D48B31E558E}" dt="2025-06-28T15:09:31.020" v="1155" actId="14100"/>
          <ac:picMkLst>
            <pc:docMk/>
            <pc:sldMk cId="2027785073" sldId="262"/>
            <ac:picMk id="4" creationId="{9C8CC1E1-8155-FB6B-6B11-09282E77137D}"/>
          </ac:picMkLst>
        </pc:picChg>
      </pc:sldChg>
      <pc:sldChg chg="addSp modSp new mod ord setBg">
        <pc:chgData name="Ananth Elumalai" userId="749bd12bfc99d49c" providerId="LiveId" clId="{F20909D2-3EF1-49CA-A591-8D48B31E558E}" dt="2025-06-28T17:06:25.511" v="1563" actId="2711"/>
        <pc:sldMkLst>
          <pc:docMk/>
          <pc:sldMk cId="266267549" sldId="263"/>
        </pc:sldMkLst>
        <pc:spChg chg="add mod">
          <ac:chgData name="Ananth Elumalai" userId="749bd12bfc99d49c" providerId="LiveId" clId="{F20909D2-3EF1-49CA-A591-8D48B31E558E}" dt="2025-06-28T17:06:25.511" v="1563" actId="2711"/>
          <ac:spMkLst>
            <pc:docMk/>
            <pc:sldMk cId="266267549" sldId="263"/>
            <ac:spMk id="3" creationId="{FA5C1664-0675-A2BE-A239-94E24C302402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9" creationId="{2928117C-9446-4E7F-AE62-95E0F6DB5B27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11" creationId="{84D30AFB-4D71-48B0-AA00-28EE92363A5F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13" creationId="{96A0B76F-8010-4C62-B4B6-C5FC438C059E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15" creationId="{B36BEBD5-A373-4C8C-8C06-CD8007E22F39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17" creationId="{1BB56EB9-078F-4952-AC1F-149C7A0AE4D5}"/>
          </ac:spMkLst>
        </pc:spChg>
        <pc:spChg chg="add">
          <ac:chgData name="Ananth Elumalai" userId="749bd12bfc99d49c" providerId="LiveId" clId="{F20909D2-3EF1-49CA-A591-8D48B31E558E}" dt="2025-06-27T15:16:54.040" v="394" actId="26606"/>
          <ac:spMkLst>
            <pc:docMk/>
            <pc:sldMk cId="266267549" sldId="263"/>
            <ac:spMk id="19" creationId="{7B42427A-0A1F-4A55-8705-D9179F1E0CFB}"/>
          </ac:spMkLst>
        </pc:spChg>
        <pc:picChg chg="add mod">
          <ac:chgData name="Ananth Elumalai" userId="749bd12bfc99d49c" providerId="LiveId" clId="{F20909D2-3EF1-49CA-A591-8D48B31E558E}" dt="2025-06-28T15:09:50.143" v="1159" actId="14100"/>
          <ac:picMkLst>
            <pc:docMk/>
            <pc:sldMk cId="266267549" sldId="263"/>
            <ac:picMk id="4" creationId="{76FE0E0B-E81F-14CE-26B5-BC9941FF585B}"/>
          </ac:picMkLst>
        </pc:picChg>
        <pc:picChg chg="add">
          <ac:chgData name="Ananth Elumalai" userId="749bd12bfc99d49c" providerId="LiveId" clId="{F20909D2-3EF1-49CA-A591-8D48B31E558E}" dt="2025-06-27T15:16:54.040" v="394" actId="26606"/>
          <ac:picMkLst>
            <pc:docMk/>
            <pc:sldMk cId="266267549" sldId="263"/>
            <ac:picMk id="5" creationId="{411D05D8-D53F-6F3E-C269-1F6615939E0D}"/>
          </ac:picMkLst>
        </pc:picChg>
      </pc:sldChg>
      <pc:sldChg chg="addSp modSp new del mod setBg">
        <pc:chgData name="Ananth Elumalai" userId="749bd12bfc99d49c" providerId="LiveId" clId="{F20909D2-3EF1-49CA-A591-8D48B31E558E}" dt="2025-06-27T15:51:29.871" v="569" actId="47"/>
        <pc:sldMkLst>
          <pc:docMk/>
          <pc:sldMk cId="3332944405" sldId="264"/>
        </pc:sldMkLst>
      </pc:sldChg>
      <pc:sldChg chg="addSp delSp modSp new mod setBg">
        <pc:chgData name="Ananth Elumalai" userId="749bd12bfc99d49c" providerId="LiveId" clId="{F20909D2-3EF1-49CA-A591-8D48B31E558E}" dt="2025-06-28T17:05:05.049" v="1558" actId="1035"/>
        <pc:sldMkLst>
          <pc:docMk/>
          <pc:sldMk cId="229840893" sldId="265"/>
        </pc:sldMkLst>
        <pc:spChg chg="add">
          <ac:chgData name="Ananth Elumalai" userId="749bd12bfc99d49c" providerId="LiveId" clId="{F20909D2-3EF1-49CA-A591-8D48B31E558E}" dt="2025-06-27T15:24:38.960" v="413" actId="26606"/>
          <ac:spMkLst>
            <pc:docMk/>
            <pc:sldMk cId="229840893" sldId="265"/>
            <ac:spMk id="9" creationId="{71B62618-0D02-4C29-88C5-1EDF7F32343E}"/>
          </ac:spMkLst>
        </pc:spChg>
        <pc:spChg chg="add">
          <ac:chgData name="Ananth Elumalai" userId="749bd12bfc99d49c" providerId="LiveId" clId="{F20909D2-3EF1-49CA-A591-8D48B31E558E}" dt="2025-06-27T15:24:38.960" v="413" actId="26606"/>
          <ac:spMkLst>
            <pc:docMk/>
            <pc:sldMk cId="229840893" sldId="265"/>
            <ac:spMk id="11" creationId="{1E2747F4-A0AE-425C-B527-E3E32461FEF5}"/>
          </ac:spMkLst>
        </pc:spChg>
        <pc:spChg chg="add">
          <ac:chgData name="Ananth Elumalai" userId="749bd12bfc99d49c" providerId="LiveId" clId="{F20909D2-3EF1-49CA-A591-8D48B31E558E}" dt="2025-06-27T15:24:38.960" v="413" actId="26606"/>
          <ac:spMkLst>
            <pc:docMk/>
            <pc:sldMk cId="229840893" sldId="265"/>
            <ac:spMk id="13" creationId="{9707F29A-1576-479E-B227-0D6498601B4A}"/>
          </ac:spMkLst>
        </pc:spChg>
        <pc:spChg chg="add">
          <ac:chgData name="Ananth Elumalai" userId="749bd12bfc99d49c" providerId="LiveId" clId="{F20909D2-3EF1-49CA-A591-8D48B31E558E}" dt="2025-06-27T15:24:38.960" v="413" actId="26606"/>
          <ac:spMkLst>
            <pc:docMk/>
            <pc:sldMk cId="229840893" sldId="265"/>
            <ac:spMk id="15" creationId="{F17B26C7-6F2F-453C-9C08-71E199E527A8}"/>
          </ac:spMkLst>
        </pc:spChg>
        <pc:graphicFrameChg chg="add mod">
          <ac:chgData name="Ananth Elumalai" userId="749bd12bfc99d49c" providerId="LiveId" clId="{F20909D2-3EF1-49CA-A591-8D48B31E558E}" dt="2025-06-28T17:04:58.769" v="1553" actId="2711"/>
          <ac:graphicFrameMkLst>
            <pc:docMk/>
            <pc:sldMk cId="229840893" sldId="265"/>
            <ac:graphicFrameMk id="5" creationId="{0D7597AE-5A15-320F-CBE8-5825EF9EA696}"/>
          </ac:graphicFrameMkLst>
        </pc:graphicFrameChg>
        <pc:picChg chg="add mod">
          <ac:chgData name="Ananth Elumalai" userId="749bd12bfc99d49c" providerId="LiveId" clId="{F20909D2-3EF1-49CA-A591-8D48B31E558E}" dt="2025-06-28T16:46:58.144" v="1447" actId="1076"/>
          <ac:picMkLst>
            <pc:docMk/>
            <pc:sldMk cId="229840893" sldId="265"/>
            <ac:picMk id="14338" creationId="{C3B784E2-E937-380F-CC39-CFE20FB8C96D}"/>
          </ac:picMkLst>
        </pc:picChg>
      </pc:sldChg>
      <pc:sldChg chg="addSp modSp new mod">
        <pc:chgData name="Ananth Elumalai" userId="749bd12bfc99d49c" providerId="LiveId" clId="{F20909D2-3EF1-49CA-A591-8D48B31E558E}" dt="2025-06-28T16:55:15.271" v="1509" actId="1076"/>
        <pc:sldMkLst>
          <pc:docMk/>
          <pc:sldMk cId="961724679" sldId="266"/>
        </pc:sldMkLst>
        <pc:spChg chg="add mod">
          <ac:chgData name="Ananth Elumalai" userId="749bd12bfc99d49c" providerId="LiveId" clId="{F20909D2-3EF1-49CA-A591-8D48B31E558E}" dt="2025-06-28T16:55:07.387" v="1508" actId="20577"/>
          <ac:spMkLst>
            <pc:docMk/>
            <pc:sldMk cId="961724679" sldId="266"/>
            <ac:spMk id="2" creationId="{11431B4A-167F-8786-3E9B-A7CF8DE4CAD1}"/>
          </ac:spMkLst>
        </pc:spChg>
        <pc:spChg chg="add mod">
          <ac:chgData name="Ananth Elumalai" userId="749bd12bfc99d49c" providerId="LiveId" clId="{F20909D2-3EF1-49CA-A591-8D48B31E558E}" dt="2025-06-28T16:52:52.522" v="1485" actId="20577"/>
          <ac:spMkLst>
            <pc:docMk/>
            <pc:sldMk cId="961724679" sldId="266"/>
            <ac:spMk id="3" creationId="{D739CBE6-7A95-7A0D-5783-78A48479DB22}"/>
          </ac:spMkLst>
        </pc:spChg>
        <pc:spChg chg="add mod">
          <ac:chgData name="Ananth Elumalai" userId="749bd12bfc99d49c" providerId="LiveId" clId="{F20909D2-3EF1-49CA-A591-8D48B31E558E}" dt="2025-06-28T16:55:15.271" v="1509" actId="1076"/>
          <ac:spMkLst>
            <pc:docMk/>
            <pc:sldMk cId="961724679" sldId="266"/>
            <ac:spMk id="7" creationId="{C7B74B81-E975-83AB-D008-C38F16B3BCF9}"/>
          </ac:spMkLst>
        </pc:spChg>
        <pc:picChg chg="add mod">
          <ac:chgData name="Ananth Elumalai" userId="749bd12bfc99d49c" providerId="LiveId" clId="{F20909D2-3EF1-49CA-A591-8D48B31E558E}" dt="2025-06-28T15:06:45.969" v="1099" actId="14100"/>
          <ac:picMkLst>
            <pc:docMk/>
            <pc:sldMk cId="961724679" sldId="266"/>
            <ac:picMk id="4099" creationId="{45B8FFA2-F477-619A-D0C1-0482778D8B80}"/>
          </ac:picMkLst>
        </pc:picChg>
      </pc:sldChg>
      <pc:sldChg chg="addSp delSp modSp new mod ord setBg">
        <pc:chgData name="Ananth Elumalai" userId="749bd12bfc99d49c" providerId="LiveId" clId="{F20909D2-3EF1-49CA-A591-8D48B31E558E}" dt="2025-06-28T17:21:40.665" v="1568" actId="14100"/>
        <pc:sldMkLst>
          <pc:docMk/>
          <pc:sldMk cId="1330532810" sldId="267"/>
        </pc:sldMkLst>
        <pc:spChg chg="add mod">
          <ac:chgData name="Ananth Elumalai" userId="749bd12bfc99d49c" providerId="LiveId" clId="{F20909D2-3EF1-49CA-A591-8D48B31E558E}" dt="2025-06-27T15:32:23.723" v="433"/>
          <ac:spMkLst>
            <pc:docMk/>
            <pc:sldMk cId="1330532810" sldId="267"/>
            <ac:spMk id="3" creationId="{FA701A4F-075C-5984-C616-EA9965982F0F}"/>
          </ac:spMkLst>
        </pc:spChg>
        <pc:spChg chg="add">
          <ac:chgData name="Ananth Elumalai" userId="749bd12bfc99d49c" providerId="LiveId" clId="{F20909D2-3EF1-49CA-A591-8D48B31E558E}" dt="2025-06-27T15:30:01.302" v="422" actId="26606"/>
          <ac:spMkLst>
            <pc:docMk/>
            <pc:sldMk cId="1330532810" sldId="267"/>
            <ac:spMk id="5127" creationId="{8C266B9D-DC87-430A-8D3A-2E83639A1768}"/>
          </ac:spMkLst>
        </pc:spChg>
        <pc:spChg chg="add">
          <ac:chgData name="Ananth Elumalai" userId="749bd12bfc99d49c" providerId="LiveId" clId="{F20909D2-3EF1-49CA-A591-8D48B31E558E}" dt="2025-06-27T15:30:01.302" v="422" actId="26606"/>
          <ac:spMkLst>
            <pc:docMk/>
            <pc:sldMk cId="1330532810" sldId="267"/>
            <ac:spMk id="5129" creationId="{69282F36-261B-49B3-8CA9-FB857C475A0E}"/>
          </ac:spMkLst>
        </pc:spChg>
        <pc:spChg chg="add">
          <ac:chgData name="Ananth Elumalai" userId="749bd12bfc99d49c" providerId="LiveId" clId="{F20909D2-3EF1-49CA-A591-8D48B31E558E}" dt="2025-06-27T15:30:01.302" v="422" actId="26606"/>
          <ac:spMkLst>
            <pc:docMk/>
            <pc:sldMk cId="1330532810" sldId="267"/>
            <ac:spMk id="5131" creationId="{B87215C3-3B83-4BE7-9213-26E084BD6158}"/>
          </ac:spMkLst>
        </pc:spChg>
        <pc:spChg chg="add">
          <ac:chgData name="Ananth Elumalai" userId="749bd12bfc99d49c" providerId="LiveId" clId="{F20909D2-3EF1-49CA-A591-8D48B31E558E}" dt="2025-06-27T15:30:01.302" v="422" actId="26606"/>
          <ac:spMkLst>
            <pc:docMk/>
            <pc:sldMk cId="1330532810" sldId="267"/>
            <ac:spMk id="5133" creationId="{13A105D4-2907-419E-8223-4C266BA1E5FB}"/>
          </ac:spMkLst>
        </pc:spChg>
        <pc:spChg chg="add">
          <ac:chgData name="Ananth Elumalai" userId="749bd12bfc99d49c" providerId="LiveId" clId="{F20909D2-3EF1-49CA-A591-8D48B31E558E}" dt="2025-06-27T15:30:01.302" v="422" actId="26606"/>
          <ac:spMkLst>
            <pc:docMk/>
            <pc:sldMk cId="1330532810" sldId="267"/>
            <ac:spMk id="5135" creationId="{1EEE7F17-8E08-4C69-8E22-661908E6DF72}"/>
          </ac:spMkLst>
        </pc:spChg>
        <pc:picChg chg="add mod">
          <ac:chgData name="Ananth Elumalai" userId="749bd12bfc99d49c" providerId="LiveId" clId="{F20909D2-3EF1-49CA-A591-8D48B31E558E}" dt="2025-06-28T17:21:40.665" v="1568" actId="14100"/>
          <ac:picMkLst>
            <pc:docMk/>
            <pc:sldMk cId="1330532810" sldId="267"/>
            <ac:picMk id="5122" creationId="{02D9BAFE-616D-BA04-B3CA-5677A0611885}"/>
          </ac:picMkLst>
        </pc:picChg>
        <pc:picChg chg="add mod">
          <ac:chgData name="Ananth Elumalai" userId="749bd12bfc99d49c" providerId="LiveId" clId="{F20909D2-3EF1-49CA-A591-8D48B31E558E}" dt="2025-06-28T15:06:01.311" v="1082" actId="14100"/>
          <ac:picMkLst>
            <pc:docMk/>
            <pc:sldMk cId="1330532810" sldId="267"/>
            <ac:picMk id="5124" creationId="{213BD046-A363-9335-F4AF-AEF21AD6C11F}"/>
          </ac:picMkLst>
        </pc:picChg>
      </pc:sldChg>
      <pc:sldChg chg="addSp delSp modSp new mod ord setBg setClrOvrMap">
        <pc:chgData name="Ananth Elumalai" userId="749bd12bfc99d49c" providerId="LiveId" clId="{F20909D2-3EF1-49CA-A591-8D48B31E558E}" dt="2025-06-28T17:06:46.810" v="1565" actId="1076"/>
        <pc:sldMkLst>
          <pc:docMk/>
          <pc:sldMk cId="3750429681" sldId="268"/>
        </pc:sldMkLst>
        <pc:spChg chg="add mod">
          <ac:chgData name="Ananth Elumalai" userId="749bd12bfc99d49c" providerId="LiveId" clId="{F20909D2-3EF1-49CA-A591-8D48B31E558E}" dt="2025-06-28T17:06:46.810" v="1565" actId="1076"/>
          <ac:spMkLst>
            <pc:docMk/>
            <pc:sldMk cId="3750429681" sldId="268"/>
            <ac:spMk id="5" creationId="{B1C6841C-5C13-88A9-8679-A85C232D3D5E}"/>
          </ac:spMkLst>
        </pc:spChg>
        <pc:spChg chg="add">
          <ac:chgData name="Ananth Elumalai" userId="749bd12bfc99d49c" providerId="LiveId" clId="{F20909D2-3EF1-49CA-A591-8D48B31E558E}" dt="2025-06-28T16:48:50.282" v="1456" actId="26606"/>
          <ac:spMkLst>
            <pc:docMk/>
            <pc:sldMk cId="3750429681" sldId="268"/>
            <ac:spMk id="6161" creationId="{2928117C-9446-4E7F-AE62-95E0F6DB5B27}"/>
          </ac:spMkLst>
        </pc:spChg>
        <pc:spChg chg="add">
          <ac:chgData name="Ananth Elumalai" userId="749bd12bfc99d49c" providerId="LiveId" clId="{F20909D2-3EF1-49CA-A591-8D48B31E558E}" dt="2025-06-28T16:48:50.282" v="1456" actId="26606"/>
          <ac:spMkLst>
            <pc:docMk/>
            <pc:sldMk cId="3750429681" sldId="268"/>
            <ac:spMk id="6162" creationId="{84D30AFB-4D71-48B0-AA00-28EE92363A5F}"/>
          </ac:spMkLst>
        </pc:spChg>
        <pc:spChg chg="add">
          <ac:chgData name="Ananth Elumalai" userId="749bd12bfc99d49c" providerId="LiveId" clId="{F20909D2-3EF1-49CA-A591-8D48B31E558E}" dt="2025-06-28T16:48:50.282" v="1456" actId="26606"/>
          <ac:spMkLst>
            <pc:docMk/>
            <pc:sldMk cId="3750429681" sldId="268"/>
            <ac:spMk id="6163" creationId="{96A0B76F-8010-4C62-B4B6-C5FC438C059E}"/>
          </ac:spMkLst>
        </pc:spChg>
        <pc:spChg chg="add">
          <ac:chgData name="Ananth Elumalai" userId="749bd12bfc99d49c" providerId="LiveId" clId="{F20909D2-3EF1-49CA-A591-8D48B31E558E}" dt="2025-06-28T16:48:50.282" v="1456" actId="26606"/>
          <ac:spMkLst>
            <pc:docMk/>
            <pc:sldMk cId="3750429681" sldId="268"/>
            <ac:spMk id="6165" creationId="{B36BEBD5-A373-4C8C-8C06-CD8007E22F39}"/>
          </ac:spMkLst>
        </pc:spChg>
        <pc:spChg chg="add">
          <ac:chgData name="Ananth Elumalai" userId="749bd12bfc99d49c" providerId="LiveId" clId="{F20909D2-3EF1-49CA-A591-8D48B31E558E}" dt="2025-06-28T16:48:50.282" v="1456" actId="26606"/>
          <ac:spMkLst>
            <pc:docMk/>
            <pc:sldMk cId="3750429681" sldId="268"/>
            <ac:spMk id="6167" creationId="{B8DD2392-397B-48BF-BEFA-EA1FB881CA85}"/>
          </ac:spMkLst>
        </pc:spChg>
        <pc:picChg chg="add mod">
          <ac:chgData name="Ananth Elumalai" userId="749bd12bfc99d49c" providerId="LiveId" clId="{F20909D2-3EF1-49CA-A591-8D48B31E558E}" dt="2025-06-28T15:08:58.920" v="1147" actId="1076"/>
          <ac:picMkLst>
            <pc:docMk/>
            <pc:sldMk cId="3750429681" sldId="268"/>
            <ac:picMk id="4" creationId="{8036DF9C-3733-7740-549E-0B147775B6CE}"/>
          </ac:picMkLst>
        </pc:picChg>
        <pc:picChg chg="add mod">
          <ac:chgData name="Ananth Elumalai" userId="749bd12bfc99d49c" providerId="LiveId" clId="{F20909D2-3EF1-49CA-A591-8D48B31E558E}" dt="2025-06-28T16:20:55.479" v="1431" actId="14100"/>
          <ac:picMkLst>
            <pc:docMk/>
            <pc:sldMk cId="3750429681" sldId="268"/>
            <ac:picMk id="6146" creationId="{536B35F3-5F34-8435-B0BF-58D72B3013F2}"/>
          </ac:picMkLst>
        </pc:picChg>
      </pc:sldChg>
      <pc:sldChg chg="addSp modSp new mod ord setBg">
        <pc:chgData name="Ananth Elumalai" userId="749bd12bfc99d49c" providerId="LiveId" clId="{F20909D2-3EF1-49CA-A591-8D48B31E558E}" dt="2025-06-28T17:23:02.555" v="1576" actId="26606"/>
        <pc:sldMkLst>
          <pc:docMk/>
          <pc:sldMk cId="2934785749" sldId="269"/>
        </pc:sldMkLst>
        <pc:spChg chg="add">
          <ac:chgData name="Ananth Elumalai" userId="749bd12bfc99d49c" providerId="LiveId" clId="{F20909D2-3EF1-49CA-A591-8D48B31E558E}" dt="2025-06-28T17:23:02.555" v="1576" actId="26606"/>
          <ac:spMkLst>
            <pc:docMk/>
            <pc:sldMk cId="2934785749" sldId="269"/>
            <ac:spMk id="10" creationId="{8C266B9D-DC87-430A-8D3A-2E83639A1768}"/>
          </ac:spMkLst>
        </pc:spChg>
        <pc:spChg chg="add">
          <ac:chgData name="Ananth Elumalai" userId="749bd12bfc99d49c" providerId="LiveId" clId="{F20909D2-3EF1-49CA-A591-8D48B31E558E}" dt="2025-06-28T17:23:02.555" v="1576" actId="26606"/>
          <ac:spMkLst>
            <pc:docMk/>
            <pc:sldMk cId="2934785749" sldId="269"/>
            <ac:spMk id="12" creationId="{69282F36-261B-49B3-8CA9-FB857C475A0E}"/>
          </ac:spMkLst>
        </pc:spChg>
        <pc:spChg chg="add">
          <ac:chgData name="Ananth Elumalai" userId="749bd12bfc99d49c" providerId="LiveId" clId="{F20909D2-3EF1-49CA-A591-8D48B31E558E}" dt="2025-06-28T17:23:02.555" v="1576" actId="26606"/>
          <ac:spMkLst>
            <pc:docMk/>
            <pc:sldMk cId="2934785749" sldId="269"/>
            <ac:spMk id="14" creationId="{B87215C3-3B83-4BE7-9213-26E084BD6158}"/>
          </ac:spMkLst>
        </pc:spChg>
        <pc:spChg chg="add">
          <ac:chgData name="Ananth Elumalai" userId="749bd12bfc99d49c" providerId="LiveId" clId="{F20909D2-3EF1-49CA-A591-8D48B31E558E}" dt="2025-06-28T17:23:02.555" v="1576" actId="26606"/>
          <ac:spMkLst>
            <pc:docMk/>
            <pc:sldMk cId="2934785749" sldId="269"/>
            <ac:spMk id="16" creationId="{13A105D4-2907-419E-8223-4C266BA1E5FB}"/>
          </ac:spMkLst>
        </pc:spChg>
        <pc:spChg chg="add">
          <ac:chgData name="Ananth Elumalai" userId="749bd12bfc99d49c" providerId="LiveId" clId="{F20909D2-3EF1-49CA-A591-8D48B31E558E}" dt="2025-06-28T17:23:02.555" v="1576" actId="26606"/>
          <ac:spMkLst>
            <pc:docMk/>
            <pc:sldMk cId="2934785749" sldId="269"/>
            <ac:spMk id="18" creationId="{1EEE7F17-8E08-4C69-8E22-661908E6DF72}"/>
          </ac:spMkLst>
        </pc:spChg>
        <pc:picChg chg="add mod">
          <ac:chgData name="Ananth Elumalai" userId="749bd12bfc99d49c" providerId="LiveId" clId="{F20909D2-3EF1-49CA-A591-8D48B31E558E}" dt="2025-06-28T17:22:59.417" v="1575"/>
          <ac:picMkLst>
            <pc:docMk/>
            <pc:sldMk cId="2934785749" sldId="269"/>
            <ac:picMk id="2" creationId="{D2B77042-0C50-244F-FCB1-8E4E07FD1A7C}"/>
          </ac:picMkLst>
        </pc:picChg>
        <pc:picChg chg="add mod">
          <ac:chgData name="Ananth Elumalai" userId="749bd12bfc99d49c" providerId="LiveId" clId="{F20909D2-3EF1-49CA-A591-8D48B31E558E}" dt="2025-06-28T17:23:02.555" v="1576" actId="26606"/>
          <ac:picMkLst>
            <pc:docMk/>
            <pc:sldMk cId="2934785749" sldId="269"/>
            <ac:picMk id="3" creationId="{B6345ADA-901F-F4B6-4886-D6AFB1B69E58}"/>
          </ac:picMkLst>
        </pc:picChg>
      </pc:sldChg>
      <pc:sldChg chg="addSp modSp new mod ord setBg">
        <pc:chgData name="Ananth Elumalai" userId="749bd12bfc99d49c" providerId="LiveId" clId="{F20909D2-3EF1-49CA-A591-8D48B31E558E}" dt="2025-06-28T16:48:17.348" v="1452"/>
        <pc:sldMkLst>
          <pc:docMk/>
          <pc:sldMk cId="3985116642" sldId="270"/>
        </pc:sldMkLst>
        <pc:spChg chg="add">
          <ac:chgData name="Ananth Elumalai" userId="749bd12bfc99d49c" providerId="LiveId" clId="{F20909D2-3EF1-49CA-A591-8D48B31E558E}" dt="2025-06-27T15:43:26.147" v="462" actId="26606"/>
          <ac:spMkLst>
            <pc:docMk/>
            <pc:sldMk cId="3985116642" sldId="270"/>
            <ac:spMk id="8" creationId="{5E22EDAF-5B6B-4EDA-874A-D2323A56311E}"/>
          </ac:spMkLst>
        </pc:spChg>
        <pc:spChg chg="add">
          <ac:chgData name="Ananth Elumalai" userId="749bd12bfc99d49c" providerId="LiveId" clId="{F20909D2-3EF1-49CA-A591-8D48B31E558E}" dt="2025-06-27T15:43:26.147" v="462" actId="26606"/>
          <ac:spMkLst>
            <pc:docMk/>
            <pc:sldMk cId="3985116642" sldId="270"/>
            <ac:spMk id="10" creationId="{447093E9-0FF5-4C8A-87CA-1A77A8A8AAD6}"/>
          </ac:spMkLst>
        </pc:spChg>
        <pc:spChg chg="add">
          <ac:chgData name="Ananth Elumalai" userId="749bd12bfc99d49c" providerId="LiveId" clId="{F20909D2-3EF1-49CA-A591-8D48B31E558E}" dt="2025-06-27T15:43:26.147" v="462" actId="26606"/>
          <ac:spMkLst>
            <pc:docMk/>
            <pc:sldMk cId="3985116642" sldId="270"/>
            <ac:spMk id="12" creationId="{1531B9EF-E1F9-40FE-9CC0-C4C5F70253C7}"/>
          </ac:spMkLst>
        </pc:spChg>
        <pc:spChg chg="add">
          <ac:chgData name="Ananth Elumalai" userId="749bd12bfc99d49c" providerId="LiveId" clId="{F20909D2-3EF1-49CA-A591-8D48B31E558E}" dt="2025-06-27T15:43:26.147" v="462" actId="26606"/>
          <ac:spMkLst>
            <pc:docMk/>
            <pc:sldMk cId="3985116642" sldId="270"/>
            <ac:spMk id="14" creationId="{A8457049-EBE6-4D4A-9603-74419DBBE784}"/>
          </ac:spMkLst>
        </pc:spChg>
        <pc:spChg chg="add">
          <ac:chgData name="Ananth Elumalai" userId="749bd12bfc99d49c" providerId="LiveId" clId="{F20909D2-3EF1-49CA-A591-8D48B31E558E}" dt="2025-06-27T15:43:26.147" v="462" actId="26606"/>
          <ac:spMkLst>
            <pc:docMk/>
            <pc:sldMk cId="3985116642" sldId="270"/>
            <ac:spMk id="16" creationId="{D54EC586-DBC6-420F-A910-59AC50ABF982}"/>
          </ac:spMkLst>
        </pc:spChg>
        <pc:picChg chg="add mod">
          <ac:chgData name="Ananth Elumalai" userId="749bd12bfc99d49c" providerId="LiveId" clId="{F20909D2-3EF1-49CA-A591-8D48B31E558E}" dt="2025-06-28T16:48:17.348" v="1452"/>
          <ac:picMkLst>
            <pc:docMk/>
            <pc:sldMk cId="3985116642" sldId="270"/>
            <ac:picMk id="2" creationId="{16CFFF49-1A58-54C3-7FF3-900DE3FBBE36}"/>
          </ac:picMkLst>
        </pc:picChg>
        <pc:picChg chg="add mod">
          <ac:chgData name="Ananth Elumalai" userId="749bd12bfc99d49c" providerId="LiveId" clId="{F20909D2-3EF1-49CA-A591-8D48B31E558E}" dt="2025-06-27T15:43:26.147" v="462" actId="26606"/>
          <ac:picMkLst>
            <pc:docMk/>
            <pc:sldMk cId="3985116642" sldId="270"/>
            <ac:picMk id="3" creationId="{73167F6B-FE5C-79EF-D0C1-8D5DC38A2058}"/>
          </ac:picMkLst>
        </pc:picChg>
      </pc:sldChg>
      <pc:sldChg chg="addSp delSp modSp new mod ord setBg">
        <pc:chgData name="Ananth Elumalai" userId="749bd12bfc99d49c" providerId="LiveId" clId="{F20909D2-3EF1-49CA-A591-8D48B31E558E}" dt="2025-06-28T17:22:32.115" v="1570" actId="26606"/>
        <pc:sldMkLst>
          <pc:docMk/>
          <pc:sldMk cId="684582183" sldId="271"/>
        </pc:sldMkLst>
        <pc:spChg chg="add">
          <ac:chgData name="Ananth Elumalai" userId="749bd12bfc99d49c" providerId="LiveId" clId="{F20909D2-3EF1-49CA-A591-8D48B31E558E}" dt="2025-06-28T17:22:32.115" v="1570" actId="26606"/>
          <ac:spMkLst>
            <pc:docMk/>
            <pc:sldMk cId="684582183" sldId="271"/>
            <ac:spMk id="21" creationId="{5E22EDAF-5B6B-4EDA-874A-D2323A56311E}"/>
          </ac:spMkLst>
        </pc:spChg>
        <pc:spChg chg="add">
          <ac:chgData name="Ananth Elumalai" userId="749bd12bfc99d49c" providerId="LiveId" clId="{F20909D2-3EF1-49CA-A591-8D48B31E558E}" dt="2025-06-28T17:22:32.115" v="1570" actId="26606"/>
          <ac:spMkLst>
            <pc:docMk/>
            <pc:sldMk cId="684582183" sldId="271"/>
            <ac:spMk id="23" creationId="{447093E9-0FF5-4C8A-87CA-1A77A8A8AAD6}"/>
          </ac:spMkLst>
        </pc:spChg>
        <pc:spChg chg="add">
          <ac:chgData name="Ananth Elumalai" userId="749bd12bfc99d49c" providerId="LiveId" clId="{F20909D2-3EF1-49CA-A591-8D48B31E558E}" dt="2025-06-28T17:22:32.115" v="1570" actId="26606"/>
          <ac:spMkLst>
            <pc:docMk/>
            <pc:sldMk cId="684582183" sldId="271"/>
            <ac:spMk id="25" creationId="{1531B9EF-E1F9-40FE-9CC0-C4C5F70253C7}"/>
          </ac:spMkLst>
        </pc:spChg>
        <pc:spChg chg="add">
          <ac:chgData name="Ananth Elumalai" userId="749bd12bfc99d49c" providerId="LiveId" clId="{F20909D2-3EF1-49CA-A591-8D48B31E558E}" dt="2025-06-28T17:22:32.115" v="1570" actId="26606"/>
          <ac:spMkLst>
            <pc:docMk/>
            <pc:sldMk cId="684582183" sldId="271"/>
            <ac:spMk id="27" creationId="{A8457049-EBE6-4D4A-9603-74419DBBE784}"/>
          </ac:spMkLst>
        </pc:spChg>
        <pc:picChg chg="add mod">
          <ac:chgData name="Ananth Elumalai" userId="749bd12bfc99d49c" providerId="LiveId" clId="{F20909D2-3EF1-49CA-A591-8D48B31E558E}" dt="2025-06-28T17:22:27.235" v="1569"/>
          <ac:picMkLst>
            <pc:docMk/>
            <pc:sldMk cId="684582183" sldId="271"/>
            <ac:picMk id="2" creationId="{AA9F145F-2686-0C29-1C56-7D7112630BF0}"/>
          </ac:picMkLst>
        </pc:picChg>
        <pc:picChg chg="add mod">
          <ac:chgData name="Ananth Elumalai" userId="749bd12bfc99d49c" providerId="LiveId" clId="{F20909D2-3EF1-49CA-A591-8D48B31E558E}" dt="2025-06-28T15:36:31.181" v="1263" actId="14100"/>
          <ac:picMkLst>
            <pc:docMk/>
            <pc:sldMk cId="684582183" sldId="271"/>
            <ac:picMk id="3" creationId="{56F9145F-D468-FA1F-12A3-31D1DB21195A}"/>
          </ac:picMkLst>
        </pc:picChg>
      </pc:sldChg>
      <pc:sldChg chg="addSp modSp new mod setBg">
        <pc:chgData name="Ananth Elumalai" userId="749bd12bfc99d49c" providerId="LiveId" clId="{F20909D2-3EF1-49CA-A591-8D48B31E558E}" dt="2025-06-28T15:08:31.637" v="1139" actId="14100"/>
        <pc:sldMkLst>
          <pc:docMk/>
          <pc:sldMk cId="4142177162" sldId="272"/>
        </pc:sldMkLst>
        <pc:spChg chg="add mod">
          <ac:chgData name="Ananth Elumalai" userId="749bd12bfc99d49c" providerId="LiveId" clId="{F20909D2-3EF1-49CA-A591-8D48B31E558E}" dt="2025-06-27T16:36:08.405" v="633" actId="14100"/>
          <ac:spMkLst>
            <pc:docMk/>
            <pc:sldMk cId="4142177162" sldId="272"/>
            <ac:spMk id="3" creationId="{62ADCB36-3AC8-F1CF-4C18-9B8BB6B2A244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9" creationId="{2928117C-9446-4E7F-AE62-95E0F6DB5B27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11" creationId="{84D30AFB-4D71-48B0-AA00-28EE92363A5F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13" creationId="{96A0B76F-8010-4C62-B4B6-C5FC438C059E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15" creationId="{B36BEBD5-A373-4C8C-8C06-CD8007E22F39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17" creationId="{1BB56EB9-078F-4952-AC1F-149C7A0AE4D5}"/>
          </ac:spMkLst>
        </pc:spChg>
        <pc:spChg chg="add">
          <ac:chgData name="Ananth Elumalai" userId="749bd12bfc99d49c" providerId="LiveId" clId="{F20909D2-3EF1-49CA-A591-8D48B31E558E}" dt="2025-06-27T15:47:49.127" v="550" actId="26606"/>
          <ac:spMkLst>
            <pc:docMk/>
            <pc:sldMk cId="4142177162" sldId="272"/>
            <ac:spMk id="19" creationId="{7B42427A-0A1F-4A55-8705-D9179F1E0CFB}"/>
          </ac:spMkLst>
        </pc:spChg>
        <pc:picChg chg="add">
          <ac:chgData name="Ananth Elumalai" userId="749bd12bfc99d49c" providerId="LiveId" clId="{F20909D2-3EF1-49CA-A591-8D48B31E558E}" dt="2025-06-27T15:47:49.127" v="550" actId="26606"/>
          <ac:picMkLst>
            <pc:docMk/>
            <pc:sldMk cId="4142177162" sldId="272"/>
            <ac:picMk id="5" creationId="{48EBD84C-B667-7388-05FF-C8E8FB8EBA49}"/>
          </ac:picMkLst>
        </pc:picChg>
        <pc:picChg chg="add mod">
          <ac:chgData name="Ananth Elumalai" userId="749bd12bfc99d49c" providerId="LiveId" clId="{F20909D2-3EF1-49CA-A591-8D48B31E558E}" dt="2025-06-28T15:08:31.637" v="1139" actId="14100"/>
          <ac:picMkLst>
            <pc:docMk/>
            <pc:sldMk cId="4142177162" sldId="272"/>
            <ac:picMk id="16386" creationId="{1CECF3A2-4ECF-B144-5C08-72F8ED9FB5C2}"/>
          </ac:picMkLst>
        </pc:picChg>
      </pc:sldChg>
      <pc:sldChg chg="addSp delSp modSp new mod ord setBg">
        <pc:chgData name="Ananth Elumalai" userId="749bd12bfc99d49c" providerId="LiveId" clId="{F20909D2-3EF1-49CA-A591-8D48B31E558E}" dt="2025-06-28T15:10:20.149" v="1169" actId="1076"/>
        <pc:sldMkLst>
          <pc:docMk/>
          <pc:sldMk cId="3489728610" sldId="273"/>
        </pc:sldMkLst>
        <pc:spChg chg="add mod">
          <ac:chgData name="Ananth Elumalai" userId="749bd12bfc99d49c" providerId="LiveId" clId="{F20909D2-3EF1-49CA-A591-8D48B31E558E}" dt="2025-06-27T16:53:16.695" v="763" actId="1076"/>
          <ac:spMkLst>
            <pc:docMk/>
            <pc:sldMk cId="3489728610" sldId="273"/>
            <ac:spMk id="4" creationId="{F0489906-A770-47DF-975A-E8AA4ED07BA8}"/>
          </ac:spMkLst>
        </pc:spChg>
        <pc:spChg chg="add mod">
          <ac:chgData name="Ananth Elumalai" userId="749bd12bfc99d49c" providerId="LiveId" clId="{F20909D2-3EF1-49CA-A591-8D48B31E558E}" dt="2025-06-27T17:30:06.358" v="938" actId="1076"/>
          <ac:spMkLst>
            <pc:docMk/>
            <pc:sldMk cId="3489728610" sldId="273"/>
            <ac:spMk id="7" creationId="{BAE4EC3D-D7CE-1BDD-0B9B-DA4FE02D6FEA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9" creationId="{E9AA9F65-94B8-41A5-A7FF-23D2CFB116BB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11" creationId="{7E8B0F8E-3F6C-4541-B9C1-774D80A08834}"/>
          </ac:spMkLst>
        </pc:spChg>
        <pc:spChg chg="add mod">
          <ac:chgData name="Ananth Elumalai" userId="749bd12bfc99d49c" providerId="LiveId" clId="{F20909D2-3EF1-49CA-A591-8D48B31E558E}" dt="2025-06-27T16:54:24.212" v="771" actId="255"/>
          <ac:spMkLst>
            <pc:docMk/>
            <pc:sldMk cId="3489728610" sldId="273"/>
            <ac:spMk id="12" creationId="{606A3F82-5C80-7830-AD92-F67DF9E98A1E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13" creationId="{7A45F5BC-32D1-41CD-B270-C46F18CA1ACC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15" creationId="{CE57EE13-72B0-4FFA-ACE1-EBDE89340E47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17" creationId="{DA182162-B517-4B41-B039-339F87FAE1D0}"/>
          </ac:spMkLst>
        </pc:spChg>
        <pc:spChg chg="add">
          <ac:chgData name="Ananth Elumalai" userId="749bd12bfc99d49c" providerId="LiveId" clId="{F20909D2-3EF1-49CA-A591-8D48B31E558E}" dt="2025-06-27T16:43:39.321" v="653" actId="26606"/>
          <ac:spMkLst>
            <pc:docMk/>
            <pc:sldMk cId="3489728610" sldId="273"/>
            <ac:spMk id="19" creationId="{49B5AD54-1E68-4239-A6AF-FE0F49BB8367}"/>
          </ac:spMkLst>
        </pc:spChg>
        <pc:picChg chg="add mod">
          <ac:chgData name="Ananth Elumalai" userId="749bd12bfc99d49c" providerId="LiveId" clId="{F20909D2-3EF1-49CA-A591-8D48B31E558E}" dt="2025-06-28T15:10:20.149" v="1169" actId="1076"/>
          <ac:picMkLst>
            <pc:docMk/>
            <pc:sldMk cId="3489728610" sldId="273"/>
            <ac:picMk id="9220" creationId="{F5937CB3-E1EB-8A72-7E4D-318037832470}"/>
          </ac:picMkLst>
        </pc:picChg>
      </pc:sldChg>
      <pc:sldChg chg="addSp delSp modSp new mod ord setBg setClrOvrMap">
        <pc:chgData name="Ananth Elumalai" userId="749bd12bfc99d49c" providerId="LiveId" clId="{F20909D2-3EF1-49CA-A591-8D48B31E558E}" dt="2025-06-28T16:14:03.267" v="1401" actId="255"/>
        <pc:sldMkLst>
          <pc:docMk/>
          <pc:sldMk cId="2938510316" sldId="274"/>
        </pc:sldMkLst>
        <pc:spChg chg="add mo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3" creationId="{778E672D-1D2A-4E88-4219-6E1DB1FEB209}"/>
          </ac:spMkLst>
        </pc:spChg>
        <pc:spChg chg="add mod">
          <ac:chgData name="Ananth Elumalai" userId="749bd12bfc99d49c" providerId="LiveId" clId="{F20909D2-3EF1-49CA-A591-8D48B31E558E}" dt="2025-06-28T16:14:03.267" v="1401" actId="255"/>
          <ac:spMkLst>
            <pc:docMk/>
            <pc:sldMk cId="2938510316" sldId="274"/>
            <ac:spMk id="5" creationId="{B94C39A5-3303-ED14-3DBB-B34FA574B2BA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10" creationId="{E9AA9F65-94B8-41A5-A7FF-23D2CFB116BB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12" creationId="{7E8B0F8E-3F6C-4541-B9C1-774D80A08834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14" creationId="{7A45F5BC-32D1-41CD-B270-C46F18CA1ACC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16" creationId="{5BB74D4E-F243-4A10-813D-500A14025392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18" creationId="{B373F125-DEF3-41D6-9918-AB21A2ACC37A}"/>
          </ac:spMkLst>
        </pc:spChg>
        <pc:spChg chg="add">
          <ac:chgData name="Ananth Elumalai" userId="749bd12bfc99d49c" providerId="LiveId" clId="{F20909D2-3EF1-49CA-A591-8D48B31E558E}" dt="2025-06-27T16:42:34.652" v="651" actId="26606"/>
          <ac:spMkLst>
            <pc:docMk/>
            <pc:sldMk cId="2938510316" sldId="274"/>
            <ac:spMk id="20" creationId="{71E9F226-EB6E-48C9-ADDA-636DE4BF4EBE}"/>
          </ac:spMkLst>
        </pc:spChg>
        <pc:picChg chg="add mod">
          <ac:chgData name="Ananth Elumalai" userId="749bd12bfc99d49c" providerId="LiveId" clId="{F20909D2-3EF1-49CA-A591-8D48B31E558E}" dt="2025-06-28T15:10:54.193" v="1178" actId="14100"/>
          <ac:picMkLst>
            <pc:docMk/>
            <pc:sldMk cId="2938510316" sldId="274"/>
            <ac:picMk id="15362" creationId="{1C053AFF-CE78-E119-06A4-AF501FFF6BE2}"/>
          </ac:picMkLst>
        </pc:picChg>
      </pc:sldChg>
      <pc:sldChg chg="addSp modSp new mod ord">
        <pc:chgData name="Ananth Elumalai" userId="749bd12bfc99d49c" providerId="LiveId" clId="{F20909D2-3EF1-49CA-A591-8D48B31E558E}" dt="2025-06-28T17:01:54.998" v="1538" actId="14100"/>
        <pc:sldMkLst>
          <pc:docMk/>
          <pc:sldMk cId="1784265514" sldId="275"/>
        </pc:sldMkLst>
        <pc:spChg chg="add mod">
          <ac:chgData name="Ananth Elumalai" userId="749bd12bfc99d49c" providerId="LiveId" clId="{F20909D2-3EF1-49CA-A591-8D48B31E558E}" dt="2025-06-28T17:01:18.706" v="1535" actId="255"/>
          <ac:spMkLst>
            <pc:docMk/>
            <pc:sldMk cId="1784265514" sldId="275"/>
            <ac:spMk id="2" creationId="{1D246AD9-8612-2389-0597-6EC875B23F92}"/>
          </ac:spMkLst>
        </pc:spChg>
        <pc:spChg chg="add mod">
          <ac:chgData name="Ananth Elumalai" userId="749bd12bfc99d49c" providerId="LiveId" clId="{F20909D2-3EF1-49CA-A591-8D48B31E558E}" dt="2025-06-28T16:59:12.076" v="1525" actId="20577"/>
          <ac:spMkLst>
            <pc:docMk/>
            <pc:sldMk cId="1784265514" sldId="275"/>
            <ac:spMk id="4" creationId="{EE6DE5BF-AE7F-8482-2AF6-7B96E056939F}"/>
          </ac:spMkLst>
        </pc:spChg>
        <pc:spChg chg="add mod">
          <ac:chgData name="Ananth Elumalai" userId="749bd12bfc99d49c" providerId="LiveId" clId="{F20909D2-3EF1-49CA-A591-8D48B31E558E}" dt="2025-06-28T17:01:54.998" v="1538" actId="14100"/>
          <ac:spMkLst>
            <pc:docMk/>
            <pc:sldMk cId="1784265514" sldId="275"/>
            <ac:spMk id="6" creationId="{B9448B17-6211-5F93-E3CB-335C6F476976}"/>
          </ac:spMkLst>
        </pc:spChg>
        <pc:picChg chg="add mod">
          <ac:chgData name="Ananth Elumalai" userId="749bd12bfc99d49c" providerId="LiveId" clId="{F20909D2-3EF1-49CA-A591-8D48B31E558E}" dt="2025-06-28T15:07:07.995" v="1107" actId="14100"/>
          <ac:picMkLst>
            <pc:docMk/>
            <pc:sldMk cId="1784265514" sldId="275"/>
            <ac:picMk id="10243" creationId="{64A9520A-89C8-749E-8E2E-193A56577DA2}"/>
          </ac:picMkLst>
        </pc:picChg>
      </pc:sldChg>
      <pc:sldChg chg="addSp delSp modSp new mod setBg">
        <pc:chgData name="Ananth Elumalai" userId="749bd12bfc99d49c" providerId="LiveId" clId="{F20909D2-3EF1-49CA-A591-8D48B31E558E}" dt="2025-06-28T17:05:33.400" v="1560" actId="2711"/>
        <pc:sldMkLst>
          <pc:docMk/>
          <pc:sldMk cId="294421197" sldId="276"/>
        </pc:sldMkLst>
        <pc:spChg chg="add">
          <ac:chgData name="Ananth Elumalai" userId="749bd12bfc99d49c" providerId="LiveId" clId="{F20909D2-3EF1-49CA-A591-8D48B31E558E}" dt="2025-06-28T16:47:15.974" v="1449" actId="26606"/>
          <ac:spMkLst>
            <pc:docMk/>
            <pc:sldMk cId="294421197" sldId="276"/>
            <ac:spMk id="28" creationId="{8C266B9D-DC87-430A-8D3A-2E83639A1768}"/>
          </ac:spMkLst>
        </pc:spChg>
        <pc:spChg chg="add">
          <ac:chgData name="Ananth Elumalai" userId="749bd12bfc99d49c" providerId="LiveId" clId="{F20909D2-3EF1-49CA-A591-8D48B31E558E}" dt="2025-06-28T16:47:15.974" v="1449" actId="26606"/>
          <ac:spMkLst>
            <pc:docMk/>
            <pc:sldMk cId="294421197" sldId="276"/>
            <ac:spMk id="30" creationId="{69282F36-261B-49B3-8CA9-FB857C475A0E}"/>
          </ac:spMkLst>
        </pc:spChg>
        <pc:spChg chg="add">
          <ac:chgData name="Ananth Elumalai" userId="749bd12bfc99d49c" providerId="LiveId" clId="{F20909D2-3EF1-49CA-A591-8D48B31E558E}" dt="2025-06-28T16:47:15.974" v="1449" actId="26606"/>
          <ac:spMkLst>
            <pc:docMk/>
            <pc:sldMk cId="294421197" sldId="276"/>
            <ac:spMk id="32" creationId="{B87215C3-3B83-4BE7-9213-26E084BD6158}"/>
          </ac:spMkLst>
        </pc:spChg>
        <pc:spChg chg="add">
          <ac:chgData name="Ananth Elumalai" userId="749bd12bfc99d49c" providerId="LiveId" clId="{F20909D2-3EF1-49CA-A591-8D48B31E558E}" dt="2025-06-28T16:47:15.974" v="1449" actId="26606"/>
          <ac:spMkLst>
            <pc:docMk/>
            <pc:sldMk cId="294421197" sldId="276"/>
            <ac:spMk id="34" creationId="{13A105D4-2907-419E-8223-4C266BA1E5FB}"/>
          </ac:spMkLst>
        </pc:spChg>
        <pc:spChg chg="add">
          <ac:chgData name="Ananth Elumalai" userId="749bd12bfc99d49c" providerId="LiveId" clId="{F20909D2-3EF1-49CA-A591-8D48B31E558E}" dt="2025-06-28T16:47:15.974" v="1449" actId="26606"/>
          <ac:spMkLst>
            <pc:docMk/>
            <pc:sldMk cId="294421197" sldId="276"/>
            <ac:spMk id="36" creationId="{1EEE7F17-8E08-4C69-8E22-661908E6DF72}"/>
          </ac:spMkLst>
        </pc:spChg>
        <pc:graphicFrameChg chg="add mod ord modGraphic">
          <ac:chgData name="Ananth Elumalai" userId="749bd12bfc99d49c" providerId="LiveId" clId="{F20909D2-3EF1-49CA-A591-8D48B31E558E}" dt="2025-06-28T17:05:33.400" v="1560" actId="2711"/>
          <ac:graphicFrameMkLst>
            <pc:docMk/>
            <pc:sldMk cId="294421197" sldId="276"/>
            <ac:graphicFrameMk id="8" creationId="{90E2DC17-D86B-AA4F-8483-6B08B82E92E6}"/>
          </ac:graphicFrameMkLst>
        </pc:graphicFrameChg>
        <pc:picChg chg="add mod">
          <ac:chgData name="Ananth Elumalai" userId="749bd12bfc99d49c" providerId="LiveId" clId="{F20909D2-3EF1-49CA-A591-8D48B31E558E}" dt="2025-06-28T16:47:10.467" v="1448"/>
          <ac:picMkLst>
            <pc:docMk/>
            <pc:sldMk cId="294421197" sldId="276"/>
            <ac:picMk id="3" creationId="{F083A1FE-2638-7A27-3FA1-1581465CA22F}"/>
          </ac:picMkLst>
        </pc:picChg>
      </pc:sldChg>
      <pc:sldChg chg="new del">
        <pc:chgData name="Ananth Elumalai" userId="749bd12bfc99d49c" providerId="LiveId" clId="{F20909D2-3EF1-49CA-A591-8D48B31E558E}" dt="2025-06-27T17:46:30.129" v="1056" actId="47"/>
        <pc:sldMkLst>
          <pc:docMk/>
          <pc:sldMk cId="479297921" sldId="276"/>
        </pc:sldMkLst>
      </pc:sldChg>
      <pc:sldChg chg="addSp delSp modSp new mod ord setBg">
        <pc:chgData name="Ananth Elumalai" userId="749bd12bfc99d49c" providerId="LiveId" clId="{F20909D2-3EF1-49CA-A591-8D48B31E558E}" dt="2025-06-28T17:22:48.475" v="1574" actId="26606"/>
        <pc:sldMkLst>
          <pc:docMk/>
          <pc:sldMk cId="12638865" sldId="277"/>
        </pc:sldMkLst>
        <pc:spChg chg="add">
          <ac:chgData name="Ananth Elumalai" userId="749bd12bfc99d49c" providerId="LiveId" clId="{F20909D2-3EF1-49CA-A591-8D48B31E558E}" dt="2025-06-28T17:22:48.475" v="1574" actId="26606"/>
          <ac:spMkLst>
            <pc:docMk/>
            <pc:sldMk cId="12638865" sldId="277"/>
            <ac:spMk id="32" creationId="{8C266B9D-DC87-430A-8D3A-2E83639A1768}"/>
          </ac:spMkLst>
        </pc:spChg>
        <pc:spChg chg="add">
          <ac:chgData name="Ananth Elumalai" userId="749bd12bfc99d49c" providerId="LiveId" clId="{F20909D2-3EF1-49CA-A591-8D48B31E558E}" dt="2025-06-28T17:22:48.475" v="1574" actId="26606"/>
          <ac:spMkLst>
            <pc:docMk/>
            <pc:sldMk cId="12638865" sldId="277"/>
            <ac:spMk id="33" creationId="{69282F36-261B-49B3-8CA9-FB857C475A0E}"/>
          </ac:spMkLst>
        </pc:spChg>
        <pc:spChg chg="add">
          <ac:chgData name="Ananth Elumalai" userId="749bd12bfc99d49c" providerId="LiveId" clId="{F20909D2-3EF1-49CA-A591-8D48B31E558E}" dt="2025-06-28T17:22:48.475" v="1574" actId="26606"/>
          <ac:spMkLst>
            <pc:docMk/>
            <pc:sldMk cId="12638865" sldId="277"/>
            <ac:spMk id="34" creationId="{B87215C3-3B83-4BE7-9213-26E084BD6158}"/>
          </ac:spMkLst>
        </pc:spChg>
        <pc:spChg chg="add">
          <ac:chgData name="Ananth Elumalai" userId="749bd12bfc99d49c" providerId="LiveId" clId="{F20909D2-3EF1-49CA-A591-8D48B31E558E}" dt="2025-06-28T17:22:48.475" v="1574" actId="26606"/>
          <ac:spMkLst>
            <pc:docMk/>
            <pc:sldMk cId="12638865" sldId="277"/>
            <ac:spMk id="35" creationId="{13A105D4-2907-419E-8223-4C266BA1E5FB}"/>
          </ac:spMkLst>
        </pc:spChg>
        <pc:spChg chg="add">
          <ac:chgData name="Ananth Elumalai" userId="749bd12bfc99d49c" providerId="LiveId" clId="{F20909D2-3EF1-49CA-A591-8D48B31E558E}" dt="2025-06-28T17:22:48.475" v="1574" actId="26606"/>
          <ac:spMkLst>
            <pc:docMk/>
            <pc:sldMk cId="12638865" sldId="277"/>
            <ac:spMk id="36" creationId="{1EEE7F17-8E08-4C69-8E22-661908E6DF72}"/>
          </ac:spMkLst>
        </pc:spChg>
        <pc:picChg chg="add mod">
          <ac:chgData name="Ananth Elumalai" userId="749bd12bfc99d49c" providerId="LiveId" clId="{F20909D2-3EF1-49CA-A591-8D48B31E558E}" dt="2025-06-28T17:22:41.693" v="1571"/>
          <ac:picMkLst>
            <pc:docMk/>
            <pc:sldMk cId="12638865" sldId="277"/>
            <ac:picMk id="3" creationId="{2C3697E6-9E41-25A8-566A-FB23DEC6681B}"/>
          </ac:picMkLst>
        </pc:picChg>
        <pc:picChg chg="add mod">
          <ac:chgData name="Ananth Elumalai" userId="749bd12bfc99d49c" providerId="LiveId" clId="{F20909D2-3EF1-49CA-A591-8D48B31E558E}" dt="2025-06-28T15:22:55.091" v="1204" actId="26606"/>
          <ac:picMkLst>
            <pc:docMk/>
            <pc:sldMk cId="12638865" sldId="277"/>
            <ac:picMk id="4" creationId="{005DB2B9-C68F-B34D-EC88-3BE6ACA8C3C5}"/>
          </ac:picMkLst>
        </pc:picChg>
      </pc:sldChg>
      <pc:sldChg chg="new del">
        <pc:chgData name="Ananth Elumalai" userId="749bd12bfc99d49c" providerId="LiveId" clId="{F20909D2-3EF1-49CA-A591-8D48B31E558E}" dt="2025-06-28T15:22:09.871" v="1198" actId="680"/>
        <pc:sldMkLst>
          <pc:docMk/>
          <pc:sldMk cId="1897381033" sldId="277"/>
        </pc:sldMkLst>
      </pc:sldChg>
      <pc:sldChg chg="new del">
        <pc:chgData name="Ananth Elumalai" userId="749bd12bfc99d49c" providerId="LiveId" clId="{F20909D2-3EF1-49CA-A591-8D48B31E558E}" dt="2025-06-27T17:46:36.077" v="1057" actId="47"/>
        <pc:sldMkLst>
          <pc:docMk/>
          <pc:sldMk cId="2310494540" sldId="277"/>
        </pc:sldMkLst>
      </pc:sldChg>
      <pc:sldChg chg="addSp delSp modSp new mod setBg">
        <pc:chgData name="Ananth Elumalai" userId="749bd12bfc99d49c" providerId="LiveId" clId="{F20909D2-3EF1-49CA-A591-8D48B31E558E}" dt="2025-06-28T17:00:03.315" v="1531" actId="1076"/>
        <pc:sldMkLst>
          <pc:docMk/>
          <pc:sldMk cId="203977729" sldId="278"/>
        </pc:sldMkLst>
        <pc:spChg chg="add mod">
          <ac:chgData name="Ananth Elumalai" userId="749bd12bfc99d49c" providerId="LiveId" clId="{F20909D2-3EF1-49CA-A591-8D48B31E558E}" dt="2025-06-28T15:56:17.925" v="1314" actId="20577"/>
          <ac:spMkLst>
            <pc:docMk/>
            <pc:sldMk cId="203977729" sldId="278"/>
            <ac:spMk id="4" creationId="{76126269-38B3-41BF-67D4-CB47B66E4A57}"/>
          </ac:spMkLst>
        </pc:spChg>
        <pc:spChg chg="add mod">
          <ac:chgData name="Ananth Elumalai" userId="749bd12bfc99d49c" providerId="LiveId" clId="{F20909D2-3EF1-49CA-A591-8D48B31E558E}" dt="2025-06-28T16:00:20.672" v="1321" actId="20577"/>
          <ac:spMkLst>
            <pc:docMk/>
            <pc:sldMk cId="203977729" sldId="278"/>
            <ac:spMk id="5" creationId="{C51114C8-916B-7524-C975-C4A3C43497FB}"/>
          </ac:spMkLst>
        </pc:spChg>
        <pc:spChg chg="add mod">
          <ac:chgData name="Ananth Elumalai" userId="749bd12bfc99d49c" providerId="LiveId" clId="{F20909D2-3EF1-49CA-A591-8D48B31E558E}" dt="2025-06-28T17:00:03.315" v="1531" actId="1076"/>
          <ac:spMkLst>
            <pc:docMk/>
            <pc:sldMk cId="203977729" sldId="278"/>
            <ac:spMk id="6" creationId="{D49CFE4A-E1F4-1F84-E354-394F5B91591F}"/>
          </ac:spMkLst>
        </pc:spChg>
        <pc:spChg chg="add">
          <ac:chgData name="Ananth Elumalai" userId="749bd12bfc99d49c" providerId="LiveId" clId="{F20909D2-3EF1-49CA-A591-8D48B31E558E}" dt="2025-06-28T15:37:38.147" v="1266" actId="26606"/>
          <ac:spMkLst>
            <pc:docMk/>
            <pc:sldMk cId="203977729" sldId="278"/>
            <ac:spMk id="8" creationId="{587D26DA-9773-4A0E-B213-DDF20A1F1F27}"/>
          </ac:spMkLst>
        </pc:spChg>
        <pc:picChg chg="add mod">
          <ac:chgData name="Ananth Elumalai" userId="749bd12bfc99d49c" providerId="LiveId" clId="{F20909D2-3EF1-49CA-A591-8D48B31E558E}" dt="2025-06-28T16:47:53.558" v="1451"/>
          <ac:picMkLst>
            <pc:docMk/>
            <pc:sldMk cId="203977729" sldId="278"/>
            <ac:picMk id="3" creationId="{6BA6ABB0-CE27-4906-DCDA-320055D09601}"/>
          </ac:picMkLst>
        </pc:picChg>
      </pc:sldChg>
      <pc:sldChg chg="new del">
        <pc:chgData name="Ananth Elumalai" userId="749bd12bfc99d49c" providerId="LiveId" clId="{F20909D2-3EF1-49CA-A591-8D48B31E558E}" dt="2025-06-27T17:46:40.125" v="1058" actId="47"/>
        <pc:sldMkLst>
          <pc:docMk/>
          <pc:sldMk cId="1700898242" sldId="278"/>
        </pc:sldMkLst>
      </pc:sldChg>
      <pc:sldChg chg="new del">
        <pc:chgData name="Ananth Elumalai" userId="749bd12bfc99d49c" providerId="LiveId" clId="{F20909D2-3EF1-49CA-A591-8D48B31E558E}" dt="2025-06-27T17:46:42.176" v="1059" actId="47"/>
        <pc:sldMkLst>
          <pc:docMk/>
          <pc:sldMk cId="250289002" sldId="279"/>
        </pc:sldMkLst>
      </pc:sldChg>
      <pc:sldChg chg="addSp modSp new mod">
        <pc:chgData name="Ananth Elumalai" userId="749bd12bfc99d49c" providerId="LiveId" clId="{F20909D2-3EF1-49CA-A591-8D48B31E558E}" dt="2025-06-28T17:00:45.949" v="1532" actId="12"/>
        <pc:sldMkLst>
          <pc:docMk/>
          <pc:sldMk cId="4277746294" sldId="279"/>
        </pc:sldMkLst>
        <pc:spChg chg="add mod">
          <ac:chgData name="Ananth Elumalai" userId="749bd12bfc99d49c" providerId="LiveId" clId="{F20909D2-3EF1-49CA-A591-8D48B31E558E}" dt="2025-06-28T17:00:45.949" v="1532" actId="12"/>
          <ac:spMkLst>
            <pc:docMk/>
            <pc:sldMk cId="4277746294" sldId="279"/>
            <ac:spMk id="3" creationId="{E7263743-510B-3828-3430-49C998A47E17}"/>
          </ac:spMkLst>
        </pc:spChg>
        <pc:picChg chg="add mod">
          <ac:chgData name="Ananth Elumalai" userId="749bd12bfc99d49c" providerId="LiveId" clId="{F20909D2-3EF1-49CA-A591-8D48B31E558E}" dt="2025-06-28T16:47:34.830" v="1450"/>
          <ac:picMkLst>
            <pc:docMk/>
            <pc:sldMk cId="4277746294" sldId="279"/>
            <ac:picMk id="4" creationId="{FF0093FE-AFAD-4051-6BB5-A2BCB6A33969}"/>
          </ac:picMkLst>
        </pc:picChg>
      </pc:sldChg>
      <pc:sldChg chg="addSp delSp modSp new mod setBg">
        <pc:chgData name="Ananth Elumalai" userId="749bd12bfc99d49c" providerId="LiveId" clId="{F20909D2-3EF1-49CA-A591-8D48B31E558E}" dt="2025-06-28T17:07:09.252" v="1567" actId="2711"/>
        <pc:sldMkLst>
          <pc:docMk/>
          <pc:sldMk cId="659698476" sldId="280"/>
        </pc:sldMkLst>
        <pc:spChg chg="add">
          <ac:chgData name="Ananth Elumalai" userId="749bd12bfc99d49c" providerId="LiveId" clId="{F20909D2-3EF1-49CA-A591-8D48B31E558E}" dt="2025-06-28T16:48:34.337" v="1455" actId="26606"/>
          <ac:spMkLst>
            <pc:docMk/>
            <pc:sldMk cId="659698476" sldId="280"/>
            <ac:spMk id="27" creationId="{8C266B9D-DC87-430A-8D3A-2E83639A1768}"/>
          </ac:spMkLst>
        </pc:spChg>
        <pc:spChg chg="add">
          <ac:chgData name="Ananth Elumalai" userId="749bd12bfc99d49c" providerId="LiveId" clId="{F20909D2-3EF1-49CA-A591-8D48B31E558E}" dt="2025-06-28T16:48:34.337" v="1455" actId="26606"/>
          <ac:spMkLst>
            <pc:docMk/>
            <pc:sldMk cId="659698476" sldId="280"/>
            <ac:spMk id="29" creationId="{69282F36-261B-49B3-8CA9-FB857C475A0E}"/>
          </ac:spMkLst>
        </pc:spChg>
        <pc:spChg chg="add">
          <ac:chgData name="Ananth Elumalai" userId="749bd12bfc99d49c" providerId="LiveId" clId="{F20909D2-3EF1-49CA-A591-8D48B31E558E}" dt="2025-06-28T16:48:34.337" v="1455" actId="26606"/>
          <ac:spMkLst>
            <pc:docMk/>
            <pc:sldMk cId="659698476" sldId="280"/>
            <ac:spMk id="31" creationId="{B87215C3-3B83-4BE7-9213-26E084BD6158}"/>
          </ac:spMkLst>
        </pc:spChg>
        <pc:spChg chg="add">
          <ac:chgData name="Ananth Elumalai" userId="749bd12bfc99d49c" providerId="LiveId" clId="{F20909D2-3EF1-49CA-A591-8D48B31E558E}" dt="2025-06-28T16:48:34.337" v="1455" actId="26606"/>
          <ac:spMkLst>
            <pc:docMk/>
            <pc:sldMk cId="659698476" sldId="280"/>
            <ac:spMk id="33" creationId="{13A105D4-2907-419E-8223-4C266BA1E5FB}"/>
          </ac:spMkLst>
        </pc:spChg>
        <pc:spChg chg="add">
          <ac:chgData name="Ananth Elumalai" userId="749bd12bfc99d49c" providerId="LiveId" clId="{F20909D2-3EF1-49CA-A591-8D48B31E558E}" dt="2025-06-28T16:48:34.337" v="1455" actId="26606"/>
          <ac:spMkLst>
            <pc:docMk/>
            <pc:sldMk cId="659698476" sldId="280"/>
            <ac:spMk id="35" creationId="{1EEE7F17-8E08-4C69-8E22-661908E6DF72}"/>
          </ac:spMkLst>
        </pc:spChg>
        <pc:graphicFrameChg chg="add mod ord modGraphic">
          <ac:chgData name="Ananth Elumalai" userId="749bd12bfc99d49c" providerId="LiveId" clId="{F20909D2-3EF1-49CA-A591-8D48B31E558E}" dt="2025-06-28T17:07:09.252" v="1567" actId="2711"/>
          <ac:graphicFrameMkLst>
            <pc:docMk/>
            <pc:sldMk cId="659698476" sldId="280"/>
            <ac:graphicFrameMk id="6" creationId="{11D4C436-F940-F0EC-0124-3ED4B1F6C8F1}"/>
          </ac:graphicFrameMkLst>
        </pc:graphicFrameChg>
        <pc:picChg chg="add mod">
          <ac:chgData name="Ananth Elumalai" userId="749bd12bfc99d49c" providerId="LiveId" clId="{F20909D2-3EF1-49CA-A591-8D48B31E558E}" dt="2025-06-28T16:48:26.955" v="1454"/>
          <ac:picMkLst>
            <pc:docMk/>
            <pc:sldMk cId="659698476" sldId="280"/>
            <ac:picMk id="3" creationId="{FFFA4DB9-07CC-B71D-6847-E3022BC2F8FE}"/>
          </ac:picMkLst>
        </pc:picChg>
      </pc:sldChg>
      <pc:sldChg chg="new del">
        <pc:chgData name="Ananth Elumalai" userId="749bd12bfc99d49c" providerId="LiveId" clId="{F20909D2-3EF1-49CA-A591-8D48B31E558E}" dt="2025-06-27T17:46:43.660" v="1060" actId="47"/>
        <pc:sldMkLst>
          <pc:docMk/>
          <pc:sldMk cId="960657912" sldId="280"/>
        </pc:sldMkLst>
      </pc:sldChg>
      <pc:sldChg chg="new del">
        <pc:chgData name="Ananth Elumalai" userId="749bd12bfc99d49c" providerId="LiveId" clId="{F20909D2-3EF1-49CA-A591-8D48B31E558E}" dt="2025-06-27T17:46:45.054" v="1061" actId="47"/>
        <pc:sldMkLst>
          <pc:docMk/>
          <pc:sldMk cId="790072944" sldId="281"/>
        </pc:sldMkLst>
      </pc:sldChg>
      <pc:sldChg chg="addSp modSp new mod">
        <pc:chgData name="Ananth Elumalai" userId="749bd12bfc99d49c" providerId="LiveId" clId="{F20909D2-3EF1-49CA-A591-8D48B31E558E}" dt="2025-06-28T16:48:22.924" v="1453"/>
        <pc:sldMkLst>
          <pc:docMk/>
          <pc:sldMk cId="2165523136" sldId="281"/>
        </pc:sldMkLst>
        <pc:spChg chg="add mod">
          <ac:chgData name="Ananth Elumalai" userId="749bd12bfc99d49c" providerId="LiveId" clId="{F20909D2-3EF1-49CA-A591-8D48B31E558E}" dt="2025-06-28T16:10:40.751" v="1379" actId="20577"/>
          <ac:spMkLst>
            <pc:docMk/>
            <pc:sldMk cId="2165523136" sldId="281"/>
            <ac:spMk id="4" creationId="{AF0A2D76-CC5C-E526-6291-3C5A3E41A4E1}"/>
          </ac:spMkLst>
        </pc:spChg>
        <pc:picChg chg="add mod">
          <ac:chgData name="Ananth Elumalai" userId="749bd12bfc99d49c" providerId="LiveId" clId="{F20909D2-3EF1-49CA-A591-8D48B31E558E}" dt="2025-06-28T16:48:22.924" v="1453"/>
          <ac:picMkLst>
            <pc:docMk/>
            <pc:sldMk cId="2165523136" sldId="281"/>
            <ac:picMk id="3" creationId="{6188CE64-7815-BA1D-BF5C-71CB808BB196}"/>
          </ac:picMkLst>
        </pc:picChg>
      </pc:sldChg>
      <pc:sldChg chg="new del">
        <pc:chgData name="Ananth Elumalai" userId="749bd12bfc99d49c" providerId="LiveId" clId="{F20909D2-3EF1-49CA-A591-8D48B31E558E}" dt="2025-06-28T17:23:24.779" v="1578" actId="47"/>
        <pc:sldMkLst>
          <pc:docMk/>
          <pc:sldMk cId="202843900" sldId="282"/>
        </pc:sldMkLst>
      </pc:sldChg>
      <pc:sldChg chg="modSp new del mod">
        <pc:chgData name="Ananth Elumalai" userId="749bd12bfc99d49c" providerId="LiveId" clId="{F20909D2-3EF1-49CA-A591-8D48B31E558E}" dt="2025-06-28T17:23:55.516" v="1582" actId="680"/>
        <pc:sldMkLst>
          <pc:docMk/>
          <pc:sldMk cId="3332746275" sldId="282"/>
        </pc:sldMkLst>
      </pc:sldChg>
      <pc:sldChg chg="new del">
        <pc:chgData name="Ananth Elumalai" userId="749bd12bfc99d49c" providerId="LiveId" clId="{F20909D2-3EF1-49CA-A591-8D48B31E558E}" dt="2025-06-27T17:46:45.736" v="1062" actId="47"/>
        <pc:sldMkLst>
          <pc:docMk/>
          <pc:sldMk cId="3823146168" sldId="282"/>
        </pc:sldMkLst>
      </pc:sldChg>
      <pc:sldChg chg="addSp modSp new mod">
        <pc:chgData name="Ananth Elumalai" userId="749bd12bfc99d49c" providerId="LiveId" clId="{F20909D2-3EF1-49CA-A591-8D48B31E558E}" dt="2025-06-28T17:26:21.743" v="1622" actId="207"/>
        <pc:sldMkLst>
          <pc:docMk/>
          <pc:sldMk cId="4268857227" sldId="282"/>
        </pc:sldMkLst>
        <pc:spChg chg="add mod">
          <ac:chgData name="Ananth Elumalai" userId="749bd12bfc99d49c" providerId="LiveId" clId="{F20909D2-3EF1-49CA-A591-8D48B31E558E}" dt="2025-06-28T17:26:21.743" v="1622" actId="207"/>
          <ac:spMkLst>
            <pc:docMk/>
            <pc:sldMk cId="4268857227" sldId="282"/>
            <ac:spMk id="3" creationId="{7BDE8F36-BF3B-529B-3AF2-201EC58FEB05}"/>
          </ac:spMkLst>
        </pc:spChg>
      </pc:sldChg>
      <pc:sldChg chg="addSp delSp new del mod">
        <pc:chgData name="Ananth Elumalai" userId="749bd12bfc99d49c" providerId="LiveId" clId="{F20909D2-3EF1-49CA-A591-8D48B31E558E}" dt="2025-06-28T17:24:31.426" v="1589" actId="47"/>
        <pc:sldMkLst>
          <pc:docMk/>
          <pc:sldMk cId="226467995" sldId="283"/>
        </pc:sldMkLst>
      </pc:sldChg>
      <pc:sldChg chg="new del">
        <pc:chgData name="Ananth Elumalai" userId="749bd12bfc99d49c" providerId="LiveId" clId="{F20909D2-3EF1-49CA-A591-8D48B31E558E}" dt="2025-06-27T17:46:46.180" v="1063" actId="47"/>
        <pc:sldMkLst>
          <pc:docMk/>
          <pc:sldMk cId="3337808060" sldId="283"/>
        </pc:sldMkLst>
      </pc:sldChg>
      <pc:sldChg chg="new del">
        <pc:chgData name="Ananth Elumalai" userId="749bd12bfc99d49c" providerId="LiveId" clId="{F20909D2-3EF1-49CA-A591-8D48B31E558E}" dt="2025-06-27T17:46:49.020" v="1064" actId="47"/>
        <pc:sldMkLst>
          <pc:docMk/>
          <pc:sldMk cId="1837240165" sldId="284"/>
        </pc:sldMkLst>
      </pc:sldChg>
      <pc:sldChg chg="new del">
        <pc:chgData name="Ananth Elumalai" userId="749bd12bfc99d49c" providerId="LiveId" clId="{F20909D2-3EF1-49CA-A591-8D48B31E558E}" dt="2025-06-27T17:46:49.578" v="1065" actId="47"/>
        <pc:sldMkLst>
          <pc:docMk/>
          <pc:sldMk cId="3338098461" sldId="285"/>
        </pc:sldMkLst>
      </pc:sldChg>
      <pc:sldChg chg="add del">
        <pc:chgData name="Ananth Elumalai" userId="749bd12bfc99d49c" providerId="LiveId" clId="{F20909D2-3EF1-49CA-A591-8D48B31E558E}" dt="2025-06-27T17:33:01.941" v="986"/>
        <pc:sldMkLst>
          <pc:docMk/>
          <pc:sldMk cId="506428876" sldId="286"/>
        </pc:sldMkLst>
      </pc:sldChg>
      <pc:sldChg chg="add del">
        <pc:chgData name="Ananth Elumalai" userId="749bd12bfc99d49c" providerId="LiveId" clId="{F20909D2-3EF1-49CA-A591-8D48B31E558E}" dt="2025-06-27T17:33:12.809" v="988"/>
        <pc:sldMkLst>
          <pc:docMk/>
          <pc:sldMk cId="2033136077" sldId="286"/>
        </pc:sldMkLst>
      </pc:sldChg>
      <pc:sldChg chg="add del">
        <pc:chgData name="Ananth Elumalai" userId="749bd12bfc99d49c" providerId="LiveId" clId="{F20909D2-3EF1-49CA-A591-8D48B31E558E}" dt="2025-06-27T17:32:58.697" v="984"/>
        <pc:sldMkLst>
          <pc:docMk/>
          <pc:sldMk cId="1193017719" sldId="287"/>
        </pc:sldMkLst>
      </pc:sldChg>
      <pc:sldMasterChg chg="modSldLayout sldLayoutOrd">
        <pc:chgData name="Ananth Elumalai" userId="749bd12bfc99d49c" providerId="LiveId" clId="{F20909D2-3EF1-49CA-A591-8D48B31E558E}" dt="2025-06-27T17:21:19.577" v="847" actId="1076"/>
        <pc:sldMasterMkLst>
          <pc:docMk/>
          <pc:sldMasterMk cId="0" sldId="2147483648"/>
        </pc:sldMasterMkLst>
        <pc:sldLayoutChg chg="modSp mod">
          <pc:chgData name="Ananth Elumalai" userId="749bd12bfc99d49c" providerId="LiveId" clId="{F20909D2-3EF1-49CA-A591-8D48B31E558E}" dt="2025-06-27T17:21:19.577" v="847" actId="1076"/>
          <pc:sldLayoutMkLst>
            <pc:docMk/>
            <pc:sldMasterMk cId="0" sldId="2147483648"/>
            <pc:sldLayoutMk cId="0" sldId="2147483650"/>
          </pc:sldLayoutMkLst>
          <pc:spChg chg="mod">
            <ac:chgData name="Ananth Elumalai" userId="749bd12bfc99d49c" providerId="LiveId" clId="{F20909D2-3EF1-49CA-A591-8D48B31E558E}" dt="2025-06-27T17:21:19.577" v="847" actId="1076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</pc:sldLayoutChg>
        <pc:sldLayoutChg chg="ord">
          <pc:chgData name="Ananth Elumalai" userId="749bd12bfc99d49c" providerId="LiveId" clId="{F20909D2-3EF1-49CA-A591-8D48B31E558E}" dt="2025-06-27T17:21:15.998" v="846" actId="20578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AC378B-33F9-40D1-9273-9EC4B87B25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4E3A8C-5041-4A64-B401-2192B9504FF9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An open-source molecular dynamics (MD) simulator developed by Sandia National Laboratories.</a:t>
          </a:r>
        </a:p>
      </dgm:t>
    </dgm:pt>
    <dgm:pt modelId="{6CCC691D-C478-4134-8A21-98DE23A8F87F}" type="parTrans" cxnId="{0E92FC70-A2F1-458F-A35F-52FC7C29FC8F}">
      <dgm:prSet/>
      <dgm:spPr/>
      <dgm:t>
        <a:bodyPr/>
        <a:lstStyle/>
        <a:p>
          <a:endParaRPr lang="en-US"/>
        </a:p>
      </dgm:t>
    </dgm:pt>
    <dgm:pt modelId="{1023C1A0-91FB-4A5A-ABE6-355FDF931261}" type="sibTrans" cxnId="{0E92FC70-A2F1-458F-A35F-52FC7C29FC8F}">
      <dgm:prSet/>
      <dgm:spPr/>
      <dgm:t>
        <a:bodyPr/>
        <a:lstStyle/>
        <a:p>
          <a:endParaRPr lang="en-US"/>
        </a:p>
      </dgm:t>
    </dgm:pt>
    <dgm:pt modelId="{1CC6C96A-473C-45FE-9544-151557981C2E}">
      <dgm:prSet/>
      <dgm:spPr/>
      <dgm:t>
        <a:bodyPr/>
        <a:lstStyle/>
        <a:p>
          <a:r>
            <a:rPr lang="en-US"/>
            <a:t>Feature:</a:t>
          </a:r>
        </a:p>
      </dgm:t>
    </dgm:pt>
    <dgm:pt modelId="{1846F24E-5785-4EA7-B395-18F8AD46E740}" type="parTrans" cxnId="{51EC38E2-428A-4D3D-871E-7AB3D84A4E1D}">
      <dgm:prSet/>
      <dgm:spPr/>
      <dgm:t>
        <a:bodyPr/>
        <a:lstStyle/>
        <a:p>
          <a:endParaRPr lang="en-US"/>
        </a:p>
      </dgm:t>
    </dgm:pt>
    <dgm:pt modelId="{10804873-9668-4A91-863B-FA1C3A3CA299}" type="sibTrans" cxnId="{51EC38E2-428A-4D3D-871E-7AB3D84A4E1D}">
      <dgm:prSet/>
      <dgm:spPr/>
      <dgm:t>
        <a:bodyPr/>
        <a:lstStyle/>
        <a:p>
          <a:endParaRPr lang="en-US"/>
        </a:p>
      </dgm:t>
    </dgm:pt>
    <dgm:pt modelId="{071AABB0-EB85-47F7-935C-BAB188C51C83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Parallelized for large-scale simulator.</a:t>
          </a:r>
        </a:p>
      </dgm:t>
    </dgm:pt>
    <dgm:pt modelId="{CEB01728-BD4D-43FC-8B14-0E9ACFB25D65}" type="parTrans" cxnId="{0654317B-55F9-414E-84E1-14A82D1FE9DC}">
      <dgm:prSet/>
      <dgm:spPr/>
      <dgm:t>
        <a:bodyPr/>
        <a:lstStyle/>
        <a:p>
          <a:endParaRPr lang="en-US"/>
        </a:p>
      </dgm:t>
    </dgm:pt>
    <dgm:pt modelId="{6B611AD5-487D-4CE6-A1C6-460FD4653FEF}" type="sibTrans" cxnId="{0654317B-55F9-414E-84E1-14A82D1FE9DC}">
      <dgm:prSet/>
      <dgm:spPr/>
      <dgm:t>
        <a:bodyPr/>
        <a:lstStyle/>
        <a:p>
          <a:endParaRPr lang="en-US"/>
        </a:p>
      </dgm:t>
    </dgm:pt>
    <dgm:pt modelId="{5B798401-439D-4A67-A8BB-B797DA5C30A2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Highly flexible for various interaction potentials (i.e., force field) and simulation types.</a:t>
          </a:r>
        </a:p>
      </dgm:t>
    </dgm:pt>
    <dgm:pt modelId="{FC35F84D-FD9E-4E2A-BBE3-D48EDDA3DF57}" type="parTrans" cxnId="{1C7AB75F-71D4-4551-B05C-FFE8B14089CB}">
      <dgm:prSet/>
      <dgm:spPr/>
      <dgm:t>
        <a:bodyPr/>
        <a:lstStyle/>
        <a:p>
          <a:endParaRPr lang="en-US"/>
        </a:p>
      </dgm:t>
    </dgm:pt>
    <dgm:pt modelId="{48A3F6DE-37BD-4A3E-BF77-9EAD31521F56}" type="sibTrans" cxnId="{1C7AB75F-71D4-4551-B05C-FFE8B14089CB}">
      <dgm:prSet/>
      <dgm:spPr/>
      <dgm:t>
        <a:bodyPr/>
        <a:lstStyle/>
        <a:p>
          <a:endParaRPr lang="en-US"/>
        </a:p>
      </dgm:t>
    </dgm:pt>
    <dgm:pt modelId="{C65A591E-8E88-4215-A07B-479244DDBB16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Able to Handle millions of particles efficiently.</a:t>
          </a:r>
        </a:p>
      </dgm:t>
    </dgm:pt>
    <dgm:pt modelId="{9861AF9A-09C1-4A1E-8816-80A833F92EF7}" type="parTrans" cxnId="{E1E7C085-7CF3-4B07-82C6-82E845C1E949}">
      <dgm:prSet/>
      <dgm:spPr/>
      <dgm:t>
        <a:bodyPr/>
        <a:lstStyle/>
        <a:p>
          <a:endParaRPr lang="en-US"/>
        </a:p>
      </dgm:t>
    </dgm:pt>
    <dgm:pt modelId="{A50EC237-12DB-4C47-861F-5500438D1E74}" type="sibTrans" cxnId="{E1E7C085-7CF3-4B07-82C6-82E845C1E949}">
      <dgm:prSet/>
      <dgm:spPr/>
      <dgm:t>
        <a:bodyPr/>
        <a:lstStyle/>
        <a:p>
          <a:endParaRPr lang="en-US"/>
        </a:p>
      </dgm:t>
    </dgm:pt>
    <dgm:pt modelId="{8304689F-2E17-43BD-B36A-766DDB7E6F17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Support simulations in materials science, biology, and condensed matter field</a:t>
          </a:r>
        </a:p>
      </dgm:t>
    </dgm:pt>
    <dgm:pt modelId="{C5A54538-65D6-400F-8110-098C58243534}" type="parTrans" cxnId="{0A8CA9E9-CA90-4278-911D-75CD352567FC}">
      <dgm:prSet/>
      <dgm:spPr/>
      <dgm:t>
        <a:bodyPr/>
        <a:lstStyle/>
        <a:p>
          <a:endParaRPr lang="en-US"/>
        </a:p>
      </dgm:t>
    </dgm:pt>
    <dgm:pt modelId="{D8ED6C7E-3E90-4956-879B-91E08FDDA816}" type="sibTrans" cxnId="{0A8CA9E9-CA90-4278-911D-75CD352567FC}">
      <dgm:prSet/>
      <dgm:spPr/>
      <dgm:t>
        <a:bodyPr/>
        <a:lstStyle/>
        <a:p>
          <a:endParaRPr lang="en-US"/>
        </a:p>
      </dgm:t>
    </dgm:pt>
    <dgm:pt modelId="{56370D16-EDF0-41E5-9CC3-AB520E61A729}" type="pres">
      <dgm:prSet presAssocID="{DFAC378B-33F9-40D1-9273-9EC4B87B2571}" presName="linear" presStyleCnt="0">
        <dgm:presLayoutVars>
          <dgm:animLvl val="lvl"/>
          <dgm:resizeHandles val="exact"/>
        </dgm:presLayoutVars>
      </dgm:prSet>
      <dgm:spPr/>
    </dgm:pt>
    <dgm:pt modelId="{31F90065-0034-439D-90A4-DA133AE110E1}" type="pres">
      <dgm:prSet presAssocID="{CB4E3A8C-5041-4A64-B401-2192B9504F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2C4118-1C58-4C84-9FE4-282E70948312}" type="pres">
      <dgm:prSet presAssocID="{1023C1A0-91FB-4A5A-ABE6-355FDF931261}" presName="spacer" presStyleCnt="0"/>
      <dgm:spPr/>
    </dgm:pt>
    <dgm:pt modelId="{A9EB2A99-9E8C-498D-A441-DF5D3FB111CD}" type="pres">
      <dgm:prSet presAssocID="{1CC6C96A-473C-45FE-9544-151557981C2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2DA874D-3B14-4A2E-A0C4-32CD192F37D8}" type="pres">
      <dgm:prSet presAssocID="{1CC6C96A-473C-45FE-9544-151557981C2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4B76F09-D261-45A4-9ACF-2A8EE4251593}" type="presOf" srcId="{DFAC378B-33F9-40D1-9273-9EC4B87B2571}" destId="{56370D16-EDF0-41E5-9CC3-AB520E61A729}" srcOrd="0" destOrd="0" presId="urn:microsoft.com/office/officeart/2005/8/layout/vList2"/>
    <dgm:cxn modelId="{1CAB7C0A-6783-47EE-A598-E89B20EC7369}" type="presOf" srcId="{CB4E3A8C-5041-4A64-B401-2192B9504FF9}" destId="{31F90065-0034-439D-90A4-DA133AE110E1}" srcOrd="0" destOrd="0" presId="urn:microsoft.com/office/officeart/2005/8/layout/vList2"/>
    <dgm:cxn modelId="{1C7AB75F-71D4-4551-B05C-FFE8B14089CB}" srcId="{1CC6C96A-473C-45FE-9544-151557981C2E}" destId="{5B798401-439D-4A67-A8BB-B797DA5C30A2}" srcOrd="1" destOrd="0" parTransId="{FC35F84D-FD9E-4E2A-BBE3-D48EDDA3DF57}" sibTransId="{48A3F6DE-37BD-4A3E-BF77-9EAD31521F56}"/>
    <dgm:cxn modelId="{A234B168-F449-458E-BE5B-5506104C4CB5}" type="presOf" srcId="{8304689F-2E17-43BD-B36A-766DDB7E6F17}" destId="{32DA874D-3B14-4A2E-A0C4-32CD192F37D8}" srcOrd="0" destOrd="3" presId="urn:microsoft.com/office/officeart/2005/8/layout/vList2"/>
    <dgm:cxn modelId="{0E92FC70-A2F1-458F-A35F-52FC7C29FC8F}" srcId="{DFAC378B-33F9-40D1-9273-9EC4B87B2571}" destId="{CB4E3A8C-5041-4A64-B401-2192B9504FF9}" srcOrd="0" destOrd="0" parTransId="{6CCC691D-C478-4134-8A21-98DE23A8F87F}" sibTransId="{1023C1A0-91FB-4A5A-ABE6-355FDF931261}"/>
    <dgm:cxn modelId="{F4C90C76-7081-4684-89EF-A751F17A0867}" type="presOf" srcId="{1CC6C96A-473C-45FE-9544-151557981C2E}" destId="{A9EB2A99-9E8C-498D-A441-DF5D3FB111CD}" srcOrd="0" destOrd="0" presId="urn:microsoft.com/office/officeart/2005/8/layout/vList2"/>
    <dgm:cxn modelId="{0654317B-55F9-414E-84E1-14A82D1FE9DC}" srcId="{1CC6C96A-473C-45FE-9544-151557981C2E}" destId="{071AABB0-EB85-47F7-935C-BAB188C51C83}" srcOrd="0" destOrd="0" parTransId="{CEB01728-BD4D-43FC-8B14-0E9ACFB25D65}" sibTransId="{6B611AD5-487D-4CE6-A1C6-460FD4653FEF}"/>
    <dgm:cxn modelId="{884A507F-FED9-4016-B181-FCA8663CBB12}" type="presOf" srcId="{C65A591E-8E88-4215-A07B-479244DDBB16}" destId="{32DA874D-3B14-4A2E-A0C4-32CD192F37D8}" srcOrd="0" destOrd="2" presId="urn:microsoft.com/office/officeart/2005/8/layout/vList2"/>
    <dgm:cxn modelId="{E1E7C085-7CF3-4B07-82C6-82E845C1E949}" srcId="{1CC6C96A-473C-45FE-9544-151557981C2E}" destId="{C65A591E-8E88-4215-A07B-479244DDBB16}" srcOrd="2" destOrd="0" parTransId="{9861AF9A-09C1-4A1E-8816-80A833F92EF7}" sibTransId="{A50EC237-12DB-4C47-861F-5500438D1E74}"/>
    <dgm:cxn modelId="{77ECFDCA-C7FE-4C97-94A7-EFE7804E38F8}" type="presOf" srcId="{5B798401-439D-4A67-A8BB-B797DA5C30A2}" destId="{32DA874D-3B14-4A2E-A0C4-32CD192F37D8}" srcOrd="0" destOrd="1" presId="urn:microsoft.com/office/officeart/2005/8/layout/vList2"/>
    <dgm:cxn modelId="{970F5CDB-51D6-43E7-81C4-07D7F405A69D}" type="presOf" srcId="{071AABB0-EB85-47F7-935C-BAB188C51C83}" destId="{32DA874D-3B14-4A2E-A0C4-32CD192F37D8}" srcOrd="0" destOrd="0" presId="urn:microsoft.com/office/officeart/2005/8/layout/vList2"/>
    <dgm:cxn modelId="{51EC38E2-428A-4D3D-871E-7AB3D84A4E1D}" srcId="{DFAC378B-33F9-40D1-9273-9EC4B87B2571}" destId="{1CC6C96A-473C-45FE-9544-151557981C2E}" srcOrd="1" destOrd="0" parTransId="{1846F24E-5785-4EA7-B395-18F8AD46E740}" sibTransId="{10804873-9668-4A91-863B-FA1C3A3CA299}"/>
    <dgm:cxn modelId="{0A8CA9E9-CA90-4278-911D-75CD352567FC}" srcId="{1CC6C96A-473C-45FE-9544-151557981C2E}" destId="{8304689F-2E17-43BD-B36A-766DDB7E6F17}" srcOrd="3" destOrd="0" parTransId="{C5A54538-65D6-400F-8110-098C58243534}" sibTransId="{D8ED6C7E-3E90-4956-879B-91E08FDDA816}"/>
    <dgm:cxn modelId="{A4271075-7038-469E-ABBF-9C882E79FC9F}" type="presParOf" srcId="{56370D16-EDF0-41E5-9CC3-AB520E61A729}" destId="{31F90065-0034-439D-90A4-DA133AE110E1}" srcOrd="0" destOrd="0" presId="urn:microsoft.com/office/officeart/2005/8/layout/vList2"/>
    <dgm:cxn modelId="{8F1F5F8E-F30A-445D-A03E-FB99B5BC1300}" type="presParOf" srcId="{56370D16-EDF0-41E5-9CC3-AB520E61A729}" destId="{6A2C4118-1C58-4C84-9FE4-282E70948312}" srcOrd="1" destOrd="0" presId="urn:microsoft.com/office/officeart/2005/8/layout/vList2"/>
    <dgm:cxn modelId="{639A4062-05D1-4C1E-8685-2D1EE6B9D983}" type="presParOf" srcId="{56370D16-EDF0-41E5-9CC3-AB520E61A729}" destId="{A9EB2A99-9E8C-498D-A441-DF5D3FB111CD}" srcOrd="2" destOrd="0" presId="urn:microsoft.com/office/officeart/2005/8/layout/vList2"/>
    <dgm:cxn modelId="{EDC8CD9B-0DCA-4C80-808D-48323F9EAC3F}" type="presParOf" srcId="{56370D16-EDF0-41E5-9CC3-AB520E61A729}" destId="{32DA874D-3B14-4A2E-A0C4-32CD192F37D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DA2E4A-4DD1-46C9-B330-3A1AAEDBF33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795932-84FB-4351-8086-4322E2AC974D}">
      <dgm:prSet/>
      <dgm:spPr/>
      <dgm:t>
        <a:bodyPr/>
        <a:lstStyle/>
        <a:p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What is the Vashishta Potential?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043C74-532A-4162-AD4A-D3A1976E961C}" type="parTrans" cxnId="{0C8461EB-6E27-4E8A-B4F2-9277E1316802}">
      <dgm:prSet/>
      <dgm:spPr/>
      <dgm:t>
        <a:bodyPr/>
        <a:lstStyle/>
        <a:p>
          <a:endParaRPr lang="en-US"/>
        </a:p>
      </dgm:t>
    </dgm:pt>
    <dgm:pt modelId="{756CAE01-ECD5-4D41-9A74-8BC7724B55CF}" type="sibTrans" cxnId="{0C8461EB-6E27-4E8A-B4F2-9277E1316802}">
      <dgm:prSet/>
      <dgm:spPr/>
      <dgm:t>
        <a:bodyPr/>
        <a:lstStyle/>
        <a:p>
          <a:endParaRPr lang="en-US"/>
        </a:p>
      </dgm:t>
    </dgm:pt>
    <dgm:pt modelId="{E8AD99DC-D5E3-47DE-A05C-E93EAF3AD858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Vashishta potential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 is an </a:t>
          </a: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empirical three-body potential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 developed by Priya Vashishta and co-workers. It is particularly designed for </a:t>
          </a: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silicon, oxygen, and their compounds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 (e.g., amorphous silica, SiO₂), where </a:t>
          </a: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bond angles and directional bonding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 are important</a:t>
          </a:r>
          <a:r>
            <a:rPr lang="en-US"/>
            <a:t>.</a:t>
          </a:r>
        </a:p>
      </dgm:t>
    </dgm:pt>
    <dgm:pt modelId="{F5A28FDA-D37C-4435-9F5A-2DE6695E87AD}" type="parTrans" cxnId="{13495FAC-D0EE-48FB-93D8-76E3067CFE90}">
      <dgm:prSet/>
      <dgm:spPr/>
      <dgm:t>
        <a:bodyPr/>
        <a:lstStyle/>
        <a:p>
          <a:endParaRPr lang="en-US"/>
        </a:p>
      </dgm:t>
    </dgm:pt>
    <dgm:pt modelId="{C59EF4A3-BEE5-4541-BDEC-384AFEBA80FA}" type="sibTrans" cxnId="{13495FAC-D0EE-48FB-93D8-76E3067CFE90}">
      <dgm:prSet/>
      <dgm:spPr/>
      <dgm:t>
        <a:bodyPr/>
        <a:lstStyle/>
        <a:p>
          <a:endParaRPr lang="en-US"/>
        </a:p>
      </dgm:t>
    </dgm:pt>
    <dgm:pt modelId="{A36A5CE6-D204-4ED5-97AD-EADA31B9E4A8}" type="pres">
      <dgm:prSet presAssocID="{A0DA2E4A-4DD1-46C9-B330-3A1AAEDBF33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197CAC-1E9F-4791-9DA2-14D375EA9299}" type="pres">
      <dgm:prSet presAssocID="{C3795932-84FB-4351-8086-4322E2AC974D}" presName="hierRoot1" presStyleCnt="0"/>
      <dgm:spPr/>
    </dgm:pt>
    <dgm:pt modelId="{1CE40756-C030-43A8-B2F2-060486851CFA}" type="pres">
      <dgm:prSet presAssocID="{C3795932-84FB-4351-8086-4322E2AC974D}" presName="composite" presStyleCnt="0"/>
      <dgm:spPr/>
    </dgm:pt>
    <dgm:pt modelId="{4FBBFA53-B346-47C2-9235-F4C1675C86C6}" type="pres">
      <dgm:prSet presAssocID="{C3795932-84FB-4351-8086-4322E2AC974D}" presName="background" presStyleLbl="node0" presStyleIdx="0" presStyleCnt="2"/>
      <dgm:spPr/>
    </dgm:pt>
    <dgm:pt modelId="{FDFB186B-EB9F-4401-AABF-BD2F3863CE03}" type="pres">
      <dgm:prSet presAssocID="{C3795932-84FB-4351-8086-4322E2AC974D}" presName="text" presStyleLbl="fgAcc0" presStyleIdx="0" presStyleCnt="2" custLinFactNeighborX="683" custLinFactNeighborY="-1075">
        <dgm:presLayoutVars>
          <dgm:chPref val="3"/>
        </dgm:presLayoutVars>
      </dgm:prSet>
      <dgm:spPr/>
    </dgm:pt>
    <dgm:pt modelId="{8D2883E0-6DDA-4A95-AF42-4228011246B8}" type="pres">
      <dgm:prSet presAssocID="{C3795932-84FB-4351-8086-4322E2AC974D}" presName="hierChild2" presStyleCnt="0"/>
      <dgm:spPr/>
    </dgm:pt>
    <dgm:pt modelId="{498D0F50-442A-4D3A-A9A0-ACC7D7ABBD5E}" type="pres">
      <dgm:prSet presAssocID="{E8AD99DC-D5E3-47DE-A05C-E93EAF3AD858}" presName="hierRoot1" presStyleCnt="0"/>
      <dgm:spPr/>
    </dgm:pt>
    <dgm:pt modelId="{FD3FCC2C-8971-403E-A532-89259111FF8B}" type="pres">
      <dgm:prSet presAssocID="{E8AD99DC-D5E3-47DE-A05C-E93EAF3AD858}" presName="composite" presStyleCnt="0"/>
      <dgm:spPr/>
    </dgm:pt>
    <dgm:pt modelId="{CA7045A3-C216-4AE8-838E-064A4FE44FDD}" type="pres">
      <dgm:prSet presAssocID="{E8AD99DC-D5E3-47DE-A05C-E93EAF3AD858}" presName="background" presStyleLbl="node0" presStyleIdx="1" presStyleCnt="2"/>
      <dgm:spPr/>
    </dgm:pt>
    <dgm:pt modelId="{E59140A8-A6C5-4A9F-A581-08D45E1908CD}" type="pres">
      <dgm:prSet presAssocID="{E8AD99DC-D5E3-47DE-A05C-E93EAF3AD858}" presName="text" presStyleLbl="fgAcc0" presStyleIdx="1" presStyleCnt="2">
        <dgm:presLayoutVars>
          <dgm:chPref val="3"/>
        </dgm:presLayoutVars>
      </dgm:prSet>
      <dgm:spPr/>
    </dgm:pt>
    <dgm:pt modelId="{6CD958F7-8600-4256-B12A-B09E19D675BF}" type="pres">
      <dgm:prSet presAssocID="{E8AD99DC-D5E3-47DE-A05C-E93EAF3AD858}" presName="hierChild2" presStyleCnt="0"/>
      <dgm:spPr/>
    </dgm:pt>
  </dgm:ptLst>
  <dgm:cxnLst>
    <dgm:cxn modelId="{71A33C58-C924-4596-B2B4-AD68908E614E}" type="presOf" srcId="{E8AD99DC-D5E3-47DE-A05C-E93EAF3AD858}" destId="{E59140A8-A6C5-4A9F-A581-08D45E1908CD}" srcOrd="0" destOrd="0" presId="urn:microsoft.com/office/officeart/2005/8/layout/hierarchy1"/>
    <dgm:cxn modelId="{77310B83-43B2-4066-87C9-B7A8CF855A1C}" type="presOf" srcId="{C3795932-84FB-4351-8086-4322E2AC974D}" destId="{FDFB186B-EB9F-4401-AABF-BD2F3863CE03}" srcOrd="0" destOrd="0" presId="urn:microsoft.com/office/officeart/2005/8/layout/hierarchy1"/>
    <dgm:cxn modelId="{13495FAC-D0EE-48FB-93D8-76E3067CFE90}" srcId="{A0DA2E4A-4DD1-46C9-B330-3A1AAEDBF33D}" destId="{E8AD99DC-D5E3-47DE-A05C-E93EAF3AD858}" srcOrd="1" destOrd="0" parTransId="{F5A28FDA-D37C-4435-9F5A-2DE6695E87AD}" sibTransId="{C59EF4A3-BEE5-4541-BDEC-384AFEBA80FA}"/>
    <dgm:cxn modelId="{0C8461EB-6E27-4E8A-B4F2-9277E1316802}" srcId="{A0DA2E4A-4DD1-46C9-B330-3A1AAEDBF33D}" destId="{C3795932-84FB-4351-8086-4322E2AC974D}" srcOrd="0" destOrd="0" parTransId="{6B043C74-532A-4162-AD4A-D3A1976E961C}" sibTransId="{756CAE01-ECD5-4D41-9A74-8BC7724B55CF}"/>
    <dgm:cxn modelId="{2FC353FF-7A87-4F23-907F-F2EFF2A39FD4}" type="presOf" srcId="{A0DA2E4A-4DD1-46C9-B330-3A1AAEDBF33D}" destId="{A36A5CE6-D204-4ED5-97AD-EADA31B9E4A8}" srcOrd="0" destOrd="0" presId="urn:microsoft.com/office/officeart/2005/8/layout/hierarchy1"/>
    <dgm:cxn modelId="{7EBAC392-7BF1-4C44-9C87-98AAFBDAE7B4}" type="presParOf" srcId="{A36A5CE6-D204-4ED5-97AD-EADA31B9E4A8}" destId="{33197CAC-1E9F-4791-9DA2-14D375EA9299}" srcOrd="0" destOrd="0" presId="urn:microsoft.com/office/officeart/2005/8/layout/hierarchy1"/>
    <dgm:cxn modelId="{E6E8B01E-D362-4CB9-9F5F-4EDB71DB6AC3}" type="presParOf" srcId="{33197CAC-1E9F-4791-9DA2-14D375EA9299}" destId="{1CE40756-C030-43A8-B2F2-060486851CFA}" srcOrd="0" destOrd="0" presId="urn:microsoft.com/office/officeart/2005/8/layout/hierarchy1"/>
    <dgm:cxn modelId="{D7D65EF4-230A-4511-8BC6-65E7CCA23BEA}" type="presParOf" srcId="{1CE40756-C030-43A8-B2F2-060486851CFA}" destId="{4FBBFA53-B346-47C2-9235-F4C1675C86C6}" srcOrd="0" destOrd="0" presId="urn:microsoft.com/office/officeart/2005/8/layout/hierarchy1"/>
    <dgm:cxn modelId="{6C72F4FA-EA32-405F-887D-62D9FC25E0CF}" type="presParOf" srcId="{1CE40756-C030-43A8-B2F2-060486851CFA}" destId="{FDFB186B-EB9F-4401-AABF-BD2F3863CE03}" srcOrd="1" destOrd="0" presId="urn:microsoft.com/office/officeart/2005/8/layout/hierarchy1"/>
    <dgm:cxn modelId="{1CCA2787-BD39-46A8-AFC0-126442C2F695}" type="presParOf" srcId="{33197CAC-1E9F-4791-9DA2-14D375EA9299}" destId="{8D2883E0-6DDA-4A95-AF42-4228011246B8}" srcOrd="1" destOrd="0" presId="urn:microsoft.com/office/officeart/2005/8/layout/hierarchy1"/>
    <dgm:cxn modelId="{2DA52EB9-4889-4D6D-9507-C2E43CDEDB3E}" type="presParOf" srcId="{A36A5CE6-D204-4ED5-97AD-EADA31B9E4A8}" destId="{498D0F50-442A-4D3A-A9A0-ACC7D7ABBD5E}" srcOrd="1" destOrd="0" presId="urn:microsoft.com/office/officeart/2005/8/layout/hierarchy1"/>
    <dgm:cxn modelId="{831D245E-235A-4702-9975-2D52A85C3511}" type="presParOf" srcId="{498D0F50-442A-4D3A-A9A0-ACC7D7ABBD5E}" destId="{FD3FCC2C-8971-403E-A532-89259111FF8B}" srcOrd="0" destOrd="0" presId="urn:microsoft.com/office/officeart/2005/8/layout/hierarchy1"/>
    <dgm:cxn modelId="{7B730A20-64DE-4973-ADB1-371DB7811C56}" type="presParOf" srcId="{FD3FCC2C-8971-403E-A532-89259111FF8B}" destId="{CA7045A3-C216-4AE8-838E-064A4FE44FDD}" srcOrd="0" destOrd="0" presId="urn:microsoft.com/office/officeart/2005/8/layout/hierarchy1"/>
    <dgm:cxn modelId="{CA15166D-D573-4579-8D8F-7568E7A9EA6C}" type="presParOf" srcId="{FD3FCC2C-8971-403E-A532-89259111FF8B}" destId="{E59140A8-A6C5-4A9F-A581-08D45E1908CD}" srcOrd="1" destOrd="0" presId="urn:microsoft.com/office/officeart/2005/8/layout/hierarchy1"/>
    <dgm:cxn modelId="{9A799A04-FAE3-4AD6-8EF8-E4C003DF94DA}" type="presParOf" srcId="{498D0F50-442A-4D3A-A9A0-ACC7D7ABBD5E}" destId="{6CD958F7-8600-4256-B12A-B09E19D675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90065-0034-439D-90A4-DA133AE110E1}">
      <dsp:nvSpPr>
        <dsp:cNvPr id="0" name=""/>
        <dsp:cNvSpPr/>
      </dsp:nvSpPr>
      <dsp:spPr>
        <a:xfrm>
          <a:off x="0" y="73148"/>
          <a:ext cx="11029615" cy="1042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Arial" panose="020B0604020202020204" pitchFamily="34" charset="0"/>
              <a:cs typeface="Arial" panose="020B0604020202020204" pitchFamily="34" charset="0"/>
            </a:rPr>
            <a:t>An open-source molecular dynamics (MD) simulator developed by Sandia National Laboratories.</a:t>
          </a:r>
        </a:p>
      </dsp:txBody>
      <dsp:txXfrm>
        <a:off x="50889" y="124037"/>
        <a:ext cx="10927837" cy="940692"/>
      </dsp:txXfrm>
    </dsp:sp>
    <dsp:sp modelId="{A9EB2A99-9E8C-498D-A441-DF5D3FB111CD}">
      <dsp:nvSpPr>
        <dsp:cNvPr id="0" name=""/>
        <dsp:cNvSpPr/>
      </dsp:nvSpPr>
      <dsp:spPr>
        <a:xfrm>
          <a:off x="0" y="1193378"/>
          <a:ext cx="11029615" cy="1042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Feature:</a:t>
          </a:r>
        </a:p>
      </dsp:txBody>
      <dsp:txXfrm>
        <a:off x="50889" y="1244267"/>
        <a:ext cx="10927837" cy="940692"/>
      </dsp:txXfrm>
    </dsp:sp>
    <dsp:sp modelId="{32DA874D-3B14-4A2E-A0C4-32CD192F37D8}">
      <dsp:nvSpPr>
        <dsp:cNvPr id="0" name=""/>
        <dsp:cNvSpPr/>
      </dsp:nvSpPr>
      <dsp:spPr>
        <a:xfrm>
          <a:off x="0" y="2235849"/>
          <a:ext cx="11029615" cy="136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latin typeface="Arial" panose="020B0604020202020204" pitchFamily="34" charset="0"/>
              <a:cs typeface="Arial" panose="020B0604020202020204" pitchFamily="34" charset="0"/>
            </a:rPr>
            <a:t>Parallelized for large-scale simulator.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latin typeface="Arial" panose="020B0604020202020204" pitchFamily="34" charset="0"/>
              <a:cs typeface="Arial" panose="020B0604020202020204" pitchFamily="34" charset="0"/>
            </a:rPr>
            <a:t>Highly flexible for various interaction potentials (i.e., force field) and simulation types.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latin typeface="Arial" panose="020B0604020202020204" pitchFamily="34" charset="0"/>
              <a:cs typeface="Arial" panose="020B0604020202020204" pitchFamily="34" charset="0"/>
            </a:rPr>
            <a:t>Able to Handle millions of particles efficiently.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latin typeface="Arial" panose="020B0604020202020204" pitchFamily="34" charset="0"/>
              <a:cs typeface="Arial" panose="020B0604020202020204" pitchFamily="34" charset="0"/>
            </a:rPr>
            <a:t>Support simulations in materials science, biology, and condensed matter field</a:t>
          </a:r>
        </a:p>
      </dsp:txBody>
      <dsp:txXfrm>
        <a:off x="0" y="2235849"/>
        <a:ext cx="11029615" cy="1369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BFA53-B346-47C2-9235-F4C1675C86C6}">
      <dsp:nvSpPr>
        <dsp:cNvPr id="0" name=""/>
        <dsp:cNvSpPr/>
      </dsp:nvSpPr>
      <dsp:spPr>
        <a:xfrm>
          <a:off x="33624" y="56937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B186B-EB9F-4401-AABF-BD2F3863CE03}">
      <dsp:nvSpPr>
        <dsp:cNvPr id="0" name=""/>
        <dsp:cNvSpPr/>
      </dsp:nvSpPr>
      <dsp:spPr>
        <a:xfrm>
          <a:off x="558732" y="555789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Arial" panose="020B0604020202020204" pitchFamily="34" charset="0"/>
              <a:cs typeface="Arial" panose="020B0604020202020204" pitchFamily="34" charset="0"/>
            </a:rPr>
            <a:t>What is the Vashishta Potential?</a:t>
          </a:r>
          <a:endParaRPr lang="en-US" sz="2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6628" y="643685"/>
        <a:ext cx="4550175" cy="2825197"/>
      </dsp:txXfrm>
    </dsp:sp>
    <dsp:sp modelId="{CA7045A3-C216-4AE8-838E-064A4FE44FDD}">
      <dsp:nvSpPr>
        <dsp:cNvPr id="0" name=""/>
        <dsp:cNvSpPr/>
      </dsp:nvSpPr>
      <dsp:spPr>
        <a:xfrm>
          <a:off x="5777528" y="89198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140A8-A6C5-4A9F-A581-08D45E1908CD}">
      <dsp:nvSpPr>
        <dsp:cNvPr id="0" name=""/>
        <dsp:cNvSpPr/>
      </dsp:nvSpPr>
      <dsp:spPr>
        <a:xfrm>
          <a:off x="6302636" y="588050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sz="2200" b="1" kern="1200">
              <a:latin typeface="Arial" panose="020B0604020202020204" pitchFamily="34" charset="0"/>
              <a:cs typeface="Arial" panose="020B0604020202020204" pitchFamily="34" charset="0"/>
            </a:rPr>
            <a:t>Vashishta potential</a:t>
          </a:r>
          <a:r>
            <a:rPr lang="en-US" sz="2200" kern="1200">
              <a:latin typeface="Arial" panose="020B0604020202020204" pitchFamily="34" charset="0"/>
              <a:cs typeface="Arial" panose="020B0604020202020204" pitchFamily="34" charset="0"/>
            </a:rPr>
            <a:t> is an </a:t>
          </a:r>
          <a:r>
            <a:rPr lang="en-US" sz="2200" b="1" kern="1200">
              <a:latin typeface="Arial" panose="020B0604020202020204" pitchFamily="34" charset="0"/>
              <a:cs typeface="Arial" panose="020B0604020202020204" pitchFamily="34" charset="0"/>
            </a:rPr>
            <a:t>empirical three-body potential</a:t>
          </a:r>
          <a:r>
            <a:rPr lang="en-US" sz="2200" kern="1200">
              <a:latin typeface="Arial" panose="020B0604020202020204" pitchFamily="34" charset="0"/>
              <a:cs typeface="Arial" panose="020B0604020202020204" pitchFamily="34" charset="0"/>
            </a:rPr>
            <a:t> developed by Priya Vashishta and co-workers. It is particularly designed for </a:t>
          </a:r>
          <a:r>
            <a:rPr lang="en-US" sz="2200" b="1" kern="1200">
              <a:latin typeface="Arial" panose="020B0604020202020204" pitchFamily="34" charset="0"/>
              <a:cs typeface="Arial" panose="020B0604020202020204" pitchFamily="34" charset="0"/>
            </a:rPr>
            <a:t>silicon, oxygen, and their compounds</a:t>
          </a:r>
          <a:r>
            <a:rPr lang="en-US" sz="2200" kern="1200">
              <a:latin typeface="Arial" panose="020B0604020202020204" pitchFamily="34" charset="0"/>
              <a:cs typeface="Arial" panose="020B0604020202020204" pitchFamily="34" charset="0"/>
            </a:rPr>
            <a:t> (e.g., amorphous silica, SiO₂), where </a:t>
          </a:r>
          <a:r>
            <a:rPr lang="en-US" sz="2200" b="1" kern="1200">
              <a:latin typeface="Arial" panose="020B0604020202020204" pitchFamily="34" charset="0"/>
              <a:cs typeface="Arial" panose="020B0604020202020204" pitchFamily="34" charset="0"/>
            </a:rPr>
            <a:t>bond angles and directional bonding</a:t>
          </a:r>
          <a:r>
            <a:rPr lang="en-US" sz="2200" kern="1200">
              <a:latin typeface="Arial" panose="020B0604020202020204" pitchFamily="34" charset="0"/>
              <a:cs typeface="Arial" panose="020B0604020202020204" pitchFamily="34" charset="0"/>
            </a:rPr>
            <a:t> are important</a:t>
          </a:r>
          <a:r>
            <a:rPr lang="en-US" sz="2200" kern="1200"/>
            <a:t>.</a:t>
          </a:r>
        </a:p>
      </dsp:txBody>
      <dsp:txXfrm>
        <a:off x="6390532" y="675946"/>
        <a:ext cx="4550175" cy="282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3FEE96-4CA6-F866-52D0-9246EEA28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C474B-2927-F670-6AC2-3A445B458D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353BB-5E7D-48D8-B843-AFE64575C346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E071A-BDB9-6790-8065-9721A80D0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CHEMICAL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FCB4D-AA8D-7E59-C472-376C29D395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97AC6-08F1-4D2B-9932-FB7C36F5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8234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0213-93EF-444D-B434-8713D09D690E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CHEMICAL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29E7B-D0FC-4064-AF88-53DD9588C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6374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150741D-A34B-4BD3-A7F3-F141F27D159C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E3C5-8E9B-47AB-ABC4-50F74BAE79D4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9A8F670-1EF6-44F6-8711-68A61D905D6C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B8B6-D3E5-4186-BBC2-F799450F0305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2ABF-B89C-4675-95C0-3FD1BE8FE944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5BE1-9A69-429A-98C9-15F724CCDECD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FA627-45B0-4C7D-87F3-275A012E31BC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29CC8B-A4B5-43AC-8156-CF12C3DE8834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BC45-F9CA-4E49-8A28-66D6BD82B0C9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AC89-D70E-426A-9037-6A019CEEC030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BB33E6-6535-4042-B1E5-965F43212922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AA9016F-5740-42B9-A5A1-7B3F14FD13F7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DEPARTMENT OF CHEMICAL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EBA4-7E6B-4741-9F3B-41673D2ED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178" y="4240227"/>
            <a:ext cx="10993549" cy="10668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</a:rPr>
              <a:t>A computational investigation of  water adsorption in silica</a:t>
            </a:r>
            <a:endParaRPr lang="en-IN" sz="25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98843-1777-66A4-BBA0-CDCADD902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97215"/>
            <a:ext cx="10993546" cy="525565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rgbClr val="EBEBEB"/>
                </a:solidFill>
              </a:rPr>
              <a:t>LamMps</a:t>
            </a:r>
            <a:r>
              <a:rPr lang="en-US" sz="2400" dirty="0">
                <a:solidFill>
                  <a:srgbClr val="EBEBEB"/>
                </a:solidFill>
              </a:rPr>
              <a:t> - GUI software </a:t>
            </a:r>
            <a:endParaRPr lang="en-IN" sz="2400" dirty="0">
              <a:solidFill>
                <a:srgbClr val="EBEBEB"/>
              </a:solidFill>
            </a:endParaRPr>
          </a:p>
        </p:txBody>
      </p:sp>
      <p:sp useBgFill="1">
        <p:nvSpPr>
          <p:cNvPr id="11289" name="Rectangle 11288">
            <a:extLst>
              <a:ext uri="{FF2B5EF4-FFF2-40B4-BE49-F238E27FC236}">
                <a16:creationId xmlns:a16="http://schemas.microsoft.com/office/drawing/2014/main" id="{B1A515B1-A9B3-49B0-AE0D-D038D42C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6" descr="Home - Coimbatore Institute Of Technology">
            <a:extLst>
              <a:ext uri="{FF2B5EF4-FFF2-40B4-BE49-F238E27FC236}">
                <a16:creationId xmlns:a16="http://schemas.microsoft.com/office/drawing/2014/main" id="{DD103C52-19A8-B8ED-5489-C03C80DB3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2738" y="405366"/>
            <a:ext cx="8302039" cy="174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ome - Coimbatore Institute Of Technology">
            <a:extLst>
              <a:ext uri="{FF2B5EF4-FFF2-40B4-BE49-F238E27FC236}">
                <a16:creationId xmlns:a16="http://schemas.microsoft.com/office/drawing/2014/main" id="{C1390A3D-F6D7-674A-EB77-EBCD68D18D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762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86559-7D77-92E1-1BE1-F4569BB52AD5}"/>
              </a:ext>
            </a:extLst>
          </p:cNvPr>
          <p:cNvSpPr txBox="1"/>
          <p:nvPr/>
        </p:nvSpPr>
        <p:spPr>
          <a:xfrm>
            <a:off x="373934" y="3148463"/>
            <a:ext cx="1045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CHEMICAL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07017-B296-AC08-68A1-D87557A7106B}"/>
              </a:ext>
            </a:extLst>
          </p:cNvPr>
          <p:cNvSpPr txBox="1"/>
          <p:nvPr/>
        </p:nvSpPr>
        <p:spPr>
          <a:xfrm>
            <a:off x="2993931" y="2543524"/>
            <a:ext cx="5063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INTERNSHIP PRESENTATION</a:t>
            </a:r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4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6617-D3C3-9BA6-D7EB-EAEA3BE3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292" name="Content Placeholder 2">
            <a:extLst>
              <a:ext uri="{FF2B5EF4-FFF2-40B4-BE49-F238E27FC236}">
                <a16:creationId xmlns:a16="http://schemas.microsoft.com/office/drawing/2014/main" id="{4B3781B3-1029-43F9-EDEA-EA8B988B8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07876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FBE3479-8B4B-557B-9C65-0C39493960BE}"/>
              </a:ext>
            </a:extLst>
          </p:cNvPr>
          <p:cNvSpPr txBox="1"/>
          <p:nvPr/>
        </p:nvSpPr>
        <p:spPr>
          <a:xfrm>
            <a:off x="1946032" y="702156"/>
            <a:ext cx="9664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LAMMPS (Large-scale Atomic Molecular Massively Parallel Simulator)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2290" name="Picture 2" descr="Coimbatore Institute of Technology - Wikipedia">
            <a:extLst>
              <a:ext uri="{FF2B5EF4-FFF2-40B4-BE49-F238E27FC236}">
                <a16:creationId xmlns:a16="http://schemas.microsoft.com/office/drawing/2014/main" id="{81B77094-8787-6D9F-4C50-7FF7E7F95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34" y="511693"/>
            <a:ext cx="1523998" cy="139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BC49CE-F837-B8AE-77AD-63805205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5" name="Rectangle 13334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336" name="Rectangle 13335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337" name="Rectangle 13336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338" name="Rectangle 13337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0D876-C2AE-8AD7-9DB9-B6FEA9B65864}"/>
              </a:ext>
            </a:extLst>
          </p:cNvPr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cap="all" spc="6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Understand</a:t>
            </a:r>
            <a:r>
              <a:rPr lang="en-US" sz="2800" cap="all" spc="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LAMMPS</a:t>
            </a:r>
            <a:r>
              <a:rPr lang="en-US" sz="2800" cap="all" spc="10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cap="all" spc="-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</a:t>
            </a:r>
            <a:endParaRPr lang="en-US" sz="2800" cap="all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E1A26-7F5B-2EC7-AD9D-2347D54D6564}"/>
              </a:ext>
            </a:extLst>
          </p:cNvPr>
          <p:cNvSpPr txBox="1"/>
          <p:nvPr/>
        </p:nvSpPr>
        <p:spPr>
          <a:xfrm>
            <a:off x="581192" y="2180496"/>
            <a:ext cx="1130933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54965" indent="-342265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354965" algn="l"/>
              </a:tabLst>
            </a:pP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LAMMPS</a:t>
            </a:r>
            <a:r>
              <a:rPr lang="en-US" sz="2200" spc="8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</a:t>
            </a:r>
            <a:r>
              <a:rPr lang="en-US" sz="2200" spc="9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sz="2200" b="1" spc="14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en-US" sz="2200" b="1" spc="14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sz="2200" b="1" spc="9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200" spc="9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sz="2200" spc="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simulations</a:t>
            </a:r>
            <a:endParaRPr lang="en-US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354965" algn="l"/>
              </a:tabLst>
            </a:pPr>
            <a:r>
              <a:rPr lang="en-US" sz="2200" spc="5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sz="2200" spc="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en-US" sz="2200" spc="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sz="2200" spc="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  <a:r>
              <a:rPr lang="en-US" sz="2200" spc="2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filename.in</a:t>
            </a:r>
            <a:r>
              <a:rPr lang="en-US" sz="2200" b="1" spc="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200" spc="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spc="-1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in.filename</a:t>
            </a:r>
            <a:endParaRPr lang="en-US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357755" algn="l"/>
              </a:tabLst>
            </a:pPr>
            <a:endParaRPr lang="en-US" sz="2200" u="sng" spc="65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357755" algn="l"/>
              </a:tabLst>
            </a:pPr>
            <a:r>
              <a:rPr lang="en-US" sz="2200" u="sng" spc="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lang="en-US" sz="22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u="sng" spc="8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</a:t>
            </a:r>
            <a:r>
              <a:rPr lang="en-US" sz="22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u="sng" spc="-2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2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US" sz="2200" u="sng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sz="2200" u="sng" spc="14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en-US" sz="2200" u="sng" spc="14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u="sng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file:</a:t>
            </a:r>
          </a:p>
          <a:p>
            <a:pPr marL="2413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357755" algn="l"/>
              </a:tabLst>
            </a:pPr>
            <a:endParaRPr lang="en-US" sz="2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3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Initialization:</a:t>
            </a:r>
            <a:r>
              <a:rPr lang="en-US" sz="2200" b="1" spc="6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en-US" sz="2200" spc="2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units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200" spc="3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200" spc="2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200" spc="3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boundary</a:t>
            </a:r>
            <a:r>
              <a:rPr lang="en-US" sz="2200" b="1" spc="7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endParaRPr lang="en-US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b="1" spc="8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</a:t>
            </a:r>
            <a:r>
              <a:rPr lang="en-US" sz="2200" b="1" spc="9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  <a:r>
              <a:rPr lang="en-US" sz="2200" b="1" spc="8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en-US" sz="2200" spc="4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system’s</a:t>
            </a:r>
            <a:r>
              <a:rPr lang="en-US" sz="2200" spc="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r>
              <a:rPr lang="en-US" sz="2200" b="1" spc="9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en-US" sz="2200" b="1" spc="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lang="en-US" sz="2200" spc="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solid,</a:t>
            </a:r>
            <a:r>
              <a:rPr lang="en-US" sz="2200" spc="4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liquid,</a:t>
            </a:r>
            <a:r>
              <a:rPr lang="en-US" sz="2200" spc="5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gas)</a:t>
            </a:r>
            <a:r>
              <a:rPr lang="en-US" sz="2200" spc="4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n-US" sz="2200" spc="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lattice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200" spc="5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b="1" spc="10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en-US" sz="2200" b="1" spc="114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Potentials:</a:t>
            </a:r>
            <a:r>
              <a:rPr lang="en-US" sz="2200" b="1" spc="10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en-US" sz="2200" spc="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US" sz="2200" spc="7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atoms</a:t>
            </a:r>
            <a:r>
              <a:rPr lang="en-US" sz="2200" spc="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</a:t>
            </a:r>
            <a:r>
              <a:rPr lang="en-US" sz="2200" spc="6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n-US" sz="2200" spc="7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n-US" sz="2200" b="1" spc="1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spc="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  <a:r>
              <a:rPr lang="en-US" sz="2200" b="1" spc="12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spc="-1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endParaRPr lang="en-US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0B1F0-EDC9-CBF8-E79B-8506084519B6}"/>
              </a:ext>
            </a:extLst>
          </p:cNvPr>
          <p:cNvSpPr txBox="1"/>
          <p:nvPr/>
        </p:nvSpPr>
        <p:spPr>
          <a:xfrm>
            <a:off x="349135" y="482138"/>
            <a:ext cx="1110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0" descr="Coimbatore Institute of Technology - Wikipedia">
            <a:extLst>
              <a:ext uri="{FF2B5EF4-FFF2-40B4-BE49-F238E27FC236}">
                <a16:creationId xmlns:a16="http://schemas.microsoft.com/office/drawing/2014/main" id="{8C6FE7C8-EEE5-C2B3-A9AB-A2E6DDD27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916" y="256821"/>
            <a:ext cx="1276614" cy="118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1D645-8D23-0BEE-1C87-B77307A7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5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A4B53-0010-6B33-219E-994639A7389E}"/>
              </a:ext>
            </a:extLst>
          </p:cNvPr>
          <p:cNvSpPr txBox="1"/>
          <p:nvPr/>
        </p:nvSpPr>
        <p:spPr>
          <a:xfrm>
            <a:off x="805569" y="2107948"/>
            <a:ext cx="5746678" cy="4445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The simulation of water adsorption  in silica using LAMMPS software. Adsorption  is the process where molecules from a gas or liquid stick to a surface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objective of this simulation was to model and study how water molecules interact with a silica surface. 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56CEFDA-55EC-988B-C5B6-5DAA18257C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425931" cy="242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Water molecules adsorbed in silica SiO2 porous inorganic material">
            <a:extLst>
              <a:ext uri="{FF2B5EF4-FFF2-40B4-BE49-F238E27FC236}">
                <a16:creationId xmlns:a16="http://schemas.microsoft.com/office/drawing/2014/main" id="{89F5F591-A533-700E-A283-37ADE5A09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4F28E8-DBB9-5430-4397-5A6D3E804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669" y="945617"/>
            <a:ext cx="4141143" cy="46619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B089F4-8BBA-4845-94D7-9EEAD7810AC8}"/>
              </a:ext>
            </a:extLst>
          </p:cNvPr>
          <p:cNvSpPr txBox="1"/>
          <p:nvPr/>
        </p:nvSpPr>
        <p:spPr>
          <a:xfrm>
            <a:off x="638620" y="614407"/>
            <a:ext cx="7306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Generation of the silica block</a:t>
            </a:r>
          </a:p>
          <a:p>
            <a:endParaRPr lang="en-IN" dirty="0"/>
          </a:p>
        </p:txBody>
      </p:sp>
      <p:pic>
        <p:nvPicPr>
          <p:cNvPr id="7178" name="Picture 10" descr="Coimbatore Institute of Technology - Wikipedia">
            <a:extLst>
              <a:ext uri="{FF2B5EF4-FFF2-40B4-BE49-F238E27FC236}">
                <a16:creationId xmlns:a16="http://schemas.microsoft.com/office/drawing/2014/main" id="{E94198B4-E297-CE09-9499-03D35C769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042" y="15854"/>
            <a:ext cx="1134102" cy="100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0ED80-13F4-A953-A5E3-E1BA175B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D7597AE-5A15-320F-CBE8-5825EF9EA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971530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 descr="Coimbatore Institute of Technology - Wikipedia">
            <a:extLst>
              <a:ext uri="{FF2B5EF4-FFF2-40B4-BE49-F238E27FC236}">
                <a16:creationId xmlns:a16="http://schemas.microsoft.com/office/drawing/2014/main" id="{C3B784E2-E937-380F-CC39-CFE20FB8C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134" y="49371"/>
            <a:ext cx="1100866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48323-BDB3-6816-570F-AC18D5CB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31B4A-167F-8786-3E9B-A7CF8DE4C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68" y="982176"/>
            <a:ext cx="877159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LAMMPS 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LAMMPS,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pair_style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command sets the force field style. Here's how you use it: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tells LAMMPS to use the Vashishta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you use: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links the atom types in your system to the actual potential file (in this case,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SiO.1990.vashishta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assigns atom labels (e.g., Si and O) correctly.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Coimbatore Institute of Technology - Wikipedia">
            <a:extLst>
              <a:ext uri="{FF2B5EF4-FFF2-40B4-BE49-F238E27FC236}">
                <a16:creationId xmlns:a16="http://schemas.microsoft.com/office/drawing/2014/main" id="{45B8FFA2-F477-619A-D0C1-0482778D8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39CBE6-7A95-7A0D-5783-78A48479DB22}"/>
              </a:ext>
            </a:extLst>
          </p:cNvPr>
          <p:cNvSpPr/>
          <p:nvPr/>
        </p:nvSpPr>
        <p:spPr>
          <a:xfrm>
            <a:off x="927079" y="2138210"/>
            <a:ext cx="4989627" cy="7233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#lmp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pair_style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vashishta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</a:p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74B81-E975-83AB-D008-C38F16B3BCF9}"/>
              </a:ext>
            </a:extLst>
          </p:cNvPr>
          <p:cNvSpPr/>
          <p:nvPr/>
        </p:nvSpPr>
        <p:spPr>
          <a:xfrm>
            <a:off x="927079" y="3854070"/>
            <a:ext cx="6979792" cy="81474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#lmp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pair_coeff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* * SiO.1990.vashishta Si O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D5A74-5966-D89F-4C1A-D2BC3E51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2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005DB2B9-C68F-B34D-EC88-3BE6ACA8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2" y="715613"/>
            <a:ext cx="11292143" cy="496854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3" descr="Coimbatore Institute of Technology - Wikipedia">
            <a:extLst>
              <a:ext uri="{FF2B5EF4-FFF2-40B4-BE49-F238E27FC236}">
                <a16:creationId xmlns:a16="http://schemas.microsoft.com/office/drawing/2014/main" id="{2C3697E6-9E41-25A8-566A-FB23DEC66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892" y="0"/>
            <a:ext cx="1072178" cy="110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18DFD-8086-7215-15B1-E7044153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3" descr="Coimbatore Institute of Technology - Wikipedia">
            <a:extLst>
              <a:ext uri="{FF2B5EF4-FFF2-40B4-BE49-F238E27FC236}">
                <a16:creationId xmlns:a16="http://schemas.microsoft.com/office/drawing/2014/main" id="{F083A1FE-2638-7A27-3FA1-1581465C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E2DC17-D86B-AA4F-8483-6B08B82E9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42275"/>
              </p:ext>
            </p:extLst>
          </p:nvPr>
        </p:nvGraphicFramePr>
        <p:xfrm>
          <a:off x="381975" y="823830"/>
          <a:ext cx="11292144" cy="452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39">
                  <a:extLst>
                    <a:ext uri="{9D8B030D-6E8A-4147-A177-3AD203B41FA5}">
                      <a16:colId xmlns:a16="http://schemas.microsoft.com/office/drawing/2014/main" val="1952024867"/>
                    </a:ext>
                  </a:extLst>
                </a:gridCol>
                <a:gridCol w="2909852">
                  <a:extLst>
                    <a:ext uri="{9D8B030D-6E8A-4147-A177-3AD203B41FA5}">
                      <a16:colId xmlns:a16="http://schemas.microsoft.com/office/drawing/2014/main" val="3048790307"/>
                    </a:ext>
                  </a:extLst>
                </a:gridCol>
                <a:gridCol w="2483840">
                  <a:extLst>
                    <a:ext uri="{9D8B030D-6E8A-4147-A177-3AD203B41FA5}">
                      <a16:colId xmlns:a16="http://schemas.microsoft.com/office/drawing/2014/main" val="1768296893"/>
                    </a:ext>
                  </a:extLst>
                </a:gridCol>
                <a:gridCol w="3418413">
                  <a:extLst>
                    <a:ext uri="{9D8B030D-6E8A-4147-A177-3AD203B41FA5}">
                      <a16:colId xmlns:a16="http://schemas.microsoft.com/office/drawing/2014/main" val="3967194429"/>
                    </a:ext>
                  </a:extLst>
                </a:gridCol>
              </a:tblGrid>
              <a:tr h="1130680">
                <a:tc>
                  <a:txBody>
                    <a:bodyPr/>
                    <a:lstStyle/>
                    <a:p>
                      <a:r>
                        <a:rPr lang="en-IN" sz="29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  <a:endParaRPr lang="en-IN" sz="29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en-IN" sz="29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Used</a:t>
                      </a:r>
                      <a:endParaRPr lang="en-IN" sz="29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b="1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IN" sz="29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790532"/>
                  </a:ext>
                </a:extLst>
              </a:tr>
              <a:tr h="1130680"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Melting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6000 K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NVT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Break structure, create liquid state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404093"/>
                  </a:ext>
                </a:extLst>
              </a:tr>
              <a:tr h="1130680"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Cooling (Anneal)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6000 K → 300 K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NVT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Relaxation into amorphous phase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646260"/>
                  </a:ext>
                </a:extLst>
              </a:tr>
              <a:tr h="1130680"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Equilibration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K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NPT (anisotropic)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equilibration under realistic T/P</a:t>
                      </a:r>
                    </a:p>
                  </a:txBody>
                  <a:tcPr marL="0" marR="218827" marT="109413" marB="1094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301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79799-3904-9BA3-FB31-9584EE10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122" name="Picture 2" descr="Amorphous silica block">
            <a:extLst>
              <a:ext uri="{FF2B5EF4-FFF2-40B4-BE49-F238E27FC236}">
                <a16:creationId xmlns:a16="http://schemas.microsoft.com/office/drawing/2014/main" id="{02D9BAFE-616D-BA04-B3CA-5677A061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3287" y="589936"/>
            <a:ext cx="7554802" cy="463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5" name="Rectangle 5134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01A4F-075C-5984-C616-EA9965982F0F}"/>
              </a:ext>
            </a:extLst>
          </p:cNvPr>
          <p:cNvSpPr txBox="1"/>
          <p:nvPr/>
        </p:nvSpPr>
        <p:spPr>
          <a:xfrm>
            <a:off x="1363287" y="5270269"/>
            <a:ext cx="960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Amorphous silica (SiO2). Silicon atoms are represented in yellow, and oxygen atoms in red.</a:t>
            </a:r>
            <a:endParaRPr lang="en-IN" dirty="0"/>
          </a:p>
        </p:txBody>
      </p:sp>
      <p:pic>
        <p:nvPicPr>
          <p:cNvPr id="5124" name="Picture 4" descr="Coimbatore Institute of Technology - Wikipedia">
            <a:extLst>
              <a:ext uri="{FF2B5EF4-FFF2-40B4-BE49-F238E27FC236}">
                <a16:creationId xmlns:a16="http://schemas.microsoft.com/office/drawing/2014/main" id="{213BD046-A363-9335-F4AF-AEF21AD6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712" y="0"/>
            <a:ext cx="1363287" cy="112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380B5-0859-74D3-DC64-1AD1EFF3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3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89906-A770-47DF-975A-E8AA4ED07BA8}"/>
              </a:ext>
            </a:extLst>
          </p:cNvPr>
          <p:cNvSpPr txBox="1"/>
          <p:nvPr/>
        </p:nvSpPr>
        <p:spPr>
          <a:xfrm>
            <a:off x="4241830" y="1723155"/>
            <a:ext cx="7113012" cy="2251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800" i="0" cap="all" dirty="0">
              <a:solidFill>
                <a:schemeClr val="bg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4EC3D-D7CE-1BDD-0B9B-DA4FE02D6FEA}"/>
              </a:ext>
            </a:extLst>
          </p:cNvPr>
          <p:cNvSpPr txBox="1"/>
          <p:nvPr/>
        </p:nvSpPr>
        <p:spPr>
          <a:xfrm>
            <a:off x="672818" y="3085765"/>
            <a:ext cx="3507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CRACKING THE SILICA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06A3F82-5C80-7830-AD92-F67DF9E98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388" y="1493909"/>
            <a:ext cx="714907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Cracking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intentional breaking of bonds in the silica structure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stretching or deforming the simulation box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the fix deform command.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simulates the formation of a crack or pore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which creates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inside the otherwise dense amorphous silica block.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crack serves as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nanoporous region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into which water molecules can later be adsorbed.</a:t>
            </a:r>
          </a:p>
        </p:txBody>
      </p:sp>
      <p:pic>
        <p:nvPicPr>
          <p:cNvPr id="9220" name="Picture 4" descr="Coimbatore Institute of Technology - Wikipedia">
            <a:extLst>
              <a:ext uri="{FF2B5EF4-FFF2-40B4-BE49-F238E27FC236}">
                <a16:creationId xmlns:a16="http://schemas.microsoft.com/office/drawing/2014/main" id="{F5937CB3-E1EB-8A72-7E4D-318037832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218" y="130184"/>
            <a:ext cx="1231519" cy="100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6D400-6200-32D9-5D99-AF304D4A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28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46AD9-8612-2389-0597-6EC875B23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612845"/>
            <a:ext cx="1083212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is it Done in LAMMPS?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Here's the key 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lmp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deform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Dynamically changes the shape/size of the simulation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0.005: Stretches the box in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x-direction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at a constant engineering strain rate of 0.005 (per timestep).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 time, this causes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stress buildup and eventual breaking of Si–O bonds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forming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full cracking simulation typically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lmp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nvt1 all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nvt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temp 300 300 0.1 fix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run 50000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deforms the silica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maintaining temperature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an NVT thermostat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43" name="Picture 3" descr="Coimbatore Institute of Technology - Wikipedia">
            <a:extLst>
              <a:ext uri="{FF2B5EF4-FFF2-40B4-BE49-F238E27FC236}">
                <a16:creationId xmlns:a16="http://schemas.microsoft.com/office/drawing/2014/main" id="{64A9520A-89C8-749E-8E2E-193A56577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892" y="0"/>
            <a:ext cx="1072178" cy="110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6DE5BF-AE7F-8482-2AF6-7B96E056939F}"/>
              </a:ext>
            </a:extLst>
          </p:cNvPr>
          <p:cNvSpPr/>
          <p:nvPr/>
        </p:nvSpPr>
        <p:spPr>
          <a:xfrm>
            <a:off x="581192" y="1449184"/>
            <a:ext cx="7175351" cy="74227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lmp</a:t>
            </a: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</a:t>
            </a:r>
          </a:p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48B17-6211-5F93-E3CB-335C6F476976}"/>
              </a:ext>
            </a:extLst>
          </p:cNvPr>
          <p:cNvSpPr/>
          <p:nvPr/>
        </p:nvSpPr>
        <p:spPr>
          <a:xfrm>
            <a:off x="581192" y="4299145"/>
            <a:ext cx="10520700" cy="121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lmp</a:t>
            </a:r>
            <a:endParaRPr lang="en-US" altLang="en-US">
              <a:solidFill>
                <a:schemeClr val="tx1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nvt1 all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nvt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temp 300 300 0.1 fix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run 50000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024E0-C435-3A2C-ED3B-9635B778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265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E22EDAF-5B6B-4EDA-874A-D2323A563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093E9-0FF5-4C8A-87CA-1A77A8A8A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1B9EF-E1F9-40FE-9CC0-C4C5F7025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457049-EBE6-4D4A-9603-74419DB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 descr="A graph with blue lines&#10;&#10;AI-generated content may be incorrect.">
            <a:extLst>
              <a:ext uri="{FF2B5EF4-FFF2-40B4-BE49-F238E27FC236}">
                <a16:creationId xmlns:a16="http://schemas.microsoft.com/office/drawing/2014/main" id="{56F9145F-D468-FA1F-12A3-31D1DB21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7" r="-1" b="-1"/>
          <a:stretch>
            <a:fillRect/>
          </a:stretch>
        </p:blipFill>
        <p:spPr>
          <a:xfrm>
            <a:off x="446532" y="599724"/>
            <a:ext cx="11292143" cy="52003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54EC586-DBC6-420F-A910-59AC50AB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" name="Picture 3" descr="Coimbatore Institute of Technology - Wikipedia">
            <a:extLst>
              <a:ext uri="{FF2B5EF4-FFF2-40B4-BE49-F238E27FC236}">
                <a16:creationId xmlns:a16="http://schemas.microsoft.com/office/drawing/2014/main" id="{AA9F145F-2686-0C29-1C56-7D7112630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892" y="0"/>
            <a:ext cx="1072178" cy="110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B4E24-7BA7-6954-1247-75341AA8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82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263743-510B-3828-3430-49C998A4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886932"/>
            <a:ext cx="972339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temperature vs. time graph confirms that the system remains thermally stable at 300 K during the simulation.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temperature (red line) stays close to the target value, while small fluctuations (blue line) are due to the dynamic movement of atoms.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80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behavior is expected when using the NVT ensemble, as applied in the script with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fix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nvt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indicates that the thermostat is functioning correctly throughout the 50,000 time steps.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Coimbatore Institute of Technology - Wikipedia">
            <a:extLst>
              <a:ext uri="{FF2B5EF4-FFF2-40B4-BE49-F238E27FC236}">
                <a16:creationId xmlns:a16="http://schemas.microsoft.com/office/drawing/2014/main" id="{FF0093FE-AFAD-4051-6BB5-A2BCB6A33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4E4A2-5EAF-F695-28F3-575C8D11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4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7D26DA-9773-4A0E-B213-DDF20A1F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126269-38B3-41BF-67D4-CB47B66E4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761" y="3429000"/>
            <a:ext cx="1098948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was initially one compact block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the simulation progressed and the box stretched,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bonds broke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forming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crack in the center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simulated fracture behavior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commonly used to study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 failure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brittleness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crack propagation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glasses and ceramics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1114C8-916B-7524-C975-C4A3C4349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322" y="216184"/>
            <a:ext cx="1141648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gap in the middle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the box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crack or fracture zone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crack appears to have formed due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applied uniaxial deformation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" panose="020B0604020202020204" pitchFamily="34" charset="0"/>
              <a:ea typeface="Cascadia Code Light" panose="020B0609020000020004" pitchFamily="49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#lammps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This stretches the simulation box along the x-direction (left ↔ right)</a:t>
            </a:r>
          </a:p>
        </p:txBody>
      </p:sp>
      <p:pic>
        <p:nvPicPr>
          <p:cNvPr id="3" name="Picture 3" descr="Coimbatore Institute of Technology - Wikipedia">
            <a:extLst>
              <a:ext uri="{FF2B5EF4-FFF2-40B4-BE49-F238E27FC236}">
                <a16:creationId xmlns:a16="http://schemas.microsoft.com/office/drawing/2014/main" id="{6BA6ABB0-CE27-4906-DCDA-320055D09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9CFE4A-E1F4-1F84-E354-394F5B91591F}"/>
              </a:ext>
            </a:extLst>
          </p:cNvPr>
          <p:cNvSpPr/>
          <p:nvPr/>
        </p:nvSpPr>
        <p:spPr>
          <a:xfrm>
            <a:off x="387761" y="1965445"/>
            <a:ext cx="8401237" cy="90364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#lammps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fix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mydef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all deform 1 x </a:t>
            </a:r>
            <a:r>
              <a:rPr lang="en-US" altLang="en-US" err="1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erate</a:t>
            </a:r>
            <a:r>
              <a:rPr lang="en-US" altLang="en-US">
                <a:solidFill>
                  <a:schemeClr val="tx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0.005 </a:t>
            </a:r>
          </a:p>
          <a:p>
            <a:pPr algn="ctr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FE10C-8834-58C7-ED9F-6F83DCB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7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22EDAF-5B6B-4EDA-874A-D2323A563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7093E9-0FF5-4C8A-87CA-1A77A8A8A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1B9EF-E1F9-40FE-9CC0-C4C5F7025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57049-EBE6-4D4A-9603-74419DB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67F6B-FE5C-79EF-D0C1-8D5DC38A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426"/>
          <a:stretch>
            <a:fillRect/>
          </a:stretch>
        </p:blipFill>
        <p:spPr>
          <a:xfrm>
            <a:off x="446532" y="599724"/>
            <a:ext cx="11292143" cy="52003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54EC586-DBC6-420F-A910-59AC50AB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" name="Picture 3" descr="Coimbatore Institute of Technology - Wikipedia">
            <a:extLst>
              <a:ext uri="{FF2B5EF4-FFF2-40B4-BE49-F238E27FC236}">
                <a16:creationId xmlns:a16="http://schemas.microsoft.com/office/drawing/2014/main" id="{16CFFF49-1A58-54C3-7FF3-900DE3FBB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1B8C0-3542-9D20-5FC3-4214B241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16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E672D-1D2A-4E88-4219-6E1DB1FEB209}"/>
              </a:ext>
            </a:extLst>
          </p:cNvPr>
          <p:cNvSpPr txBox="1"/>
          <p:nvPr/>
        </p:nvSpPr>
        <p:spPr>
          <a:xfrm>
            <a:off x="959157" y="1113764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i="0" cap="all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Adding water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C39A5-3303-ED14-3DBB-B34FA574B2BA}"/>
              </a:ext>
            </a:extLst>
          </p:cNvPr>
          <p:cNvSpPr txBox="1"/>
          <p:nvPr/>
        </p:nvSpPr>
        <p:spPr>
          <a:xfrm>
            <a:off x="5155905" y="1113764"/>
            <a:ext cx="610817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going further, we need to make a few changes to our data file.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Currently,the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generated </a:t>
            </a: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cracking.data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name the duplicate cracking-</a:t>
            </a: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mod.data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Make the following </a:t>
            </a: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cracking.data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file includes only two atom types, but we require four.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 the previously </a:t>
            </a: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hanges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the beginning of cracking-</a:t>
            </a:r>
            <a:r>
              <a:rPr lang="en-US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mod.data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ensure it matches the following format (with 4 atom types, 1 bond type, 1 angle type, the proper type labels, and four masses):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2" name="Picture 2" descr="Coimbatore Institute of Technology - Wikipedia">
            <a:extLst>
              <a:ext uri="{FF2B5EF4-FFF2-40B4-BE49-F238E27FC236}">
                <a16:creationId xmlns:a16="http://schemas.microsoft.com/office/drawing/2014/main" id="{1C053AFF-CE78-E119-06A4-AF501FFF6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431" y="126618"/>
            <a:ext cx="1135018" cy="108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F575C0-D2A0-4ED4-A140-2DADCFF2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10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 of glass molecules">
            <a:extLst>
              <a:ext uri="{FF2B5EF4-FFF2-40B4-BE49-F238E27FC236}">
                <a16:creationId xmlns:a16="http://schemas.microsoft.com/office/drawing/2014/main" id="{48EBD84C-B667-7388-05FF-C8E8FB8E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8" r="49943"/>
          <a:stretch>
            <a:fillRect/>
          </a:stretch>
        </p:blipFill>
        <p:spPr>
          <a:xfrm>
            <a:off x="20" y="10"/>
            <a:ext cx="4131713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9934" y="457200"/>
            <a:ext cx="7223760" cy="91440"/>
          </a:xfrm>
          <a:prstGeom prst="rect">
            <a:avLst/>
          </a:prstGeom>
          <a:solidFill>
            <a:srgbClr val="5F8D9A"/>
          </a:solidFill>
          <a:ln>
            <a:solidFill>
              <a:srgbClr val="5F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DCB36-3AC8-F1CF-4C18-9B8BB6B2A244}"/>
              </a:ext>
            </a:extLst>
          </p:cNvPr>
          <p:cNvSpPr txBox="1"/>
          <p:nvPr/>
        </p:nvSpPr>
        <p:spPr>
          <a:xfrm>
            <a:off x="4449933" y="1896533"/>
            <a:ext cx="6968343" cy="39622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2">
              <a:spcBef>
                <a:spcPct val="20000"/>
              </a:spcBef>
              <a:spcAft>
                <a:spcPts val="600"/>
              </a:spcAft>
              <a:buClr>
                <a:srgbClr val="5F8D9A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add the water molecules to the silica, we will employ the Monte Carlo method in the grand canonical ensemble (GCMC). In short, the system is placed into contact with a virtual reservoir of a given chemical potential μ, and multiple attempts to insert water molecules at random positions are made. Each attempt is either accepted or rejected based on energy considerations.</a:t>
            </a: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386" name="Picture 2" descr="Coimbatore Institute of Technology - Wikipedia">
            <a:extLst>
              <a:ext uri="{FF2B5EF4-FFF2-40B4-BE49-F238E27FC236}">
                <a16:creationId xmlns:a16="http://schemas.microsoft.com/office/drawing/2014/main" id="{1CECF3A2-4ECF-B144-5C08-72F8ED9FB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042" y="90561"/>
            <a:ext cx="1149474" cy="104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98B52-192F-ECFC-2156-04E2C7B91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177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B6345ADA-901F-F4B6-4886-D6AFB1B6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4" b="-1"/>
          <a:stretch>
            <a:fillRect/>
          </a:stretch>
        </p:blipFill>
        <p:spPr>
          <a:xfrm>
            <a:off x="1470099" y="599724"/>
            <a:ext cx="9245009" cy="520032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" name="Picture 3" descr="Coimbatore Institute of Technology - Wikipedia">
            <a:extLst>
              <a:ext uri="{FF2B5EF4-FFF2-40B4-BE49-F238E27FC236}">
                <a16:creationId xmlns:a16="http://schemas.microsoft.com/office/drawing/2014/main" id="{D2B77042-0C50-244F-FCB1-8E4E07FD1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892" y="0"/>
            <a:ext cx="1072178" cy="110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19BCB-7F3E-E5A9-E073-F53BBA56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785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0A2D76-CC5C-E526-6291-3C5A3E41A4E1}"/>
              </a:ext>
            </a:extLst>
          </p:cNvPr>
          <p:cNvSpPr txBox="1"/>
          <p:nvPr/>
        </p:nvSpPr>
        <p:spPr>
          <a:xfrm>
            <a:off x="679656" y="688832"/>
            <a:ext cx="1083268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graph shows how the density of the amorphous silica system evolves during a 25,000-step molecular dynamics simulation.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Initially, the atoms are loosely packed, resulting in a lower density of around 1.83 g/cm³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As the system evolves at 300 K under an NVT ensemble, the atoms re-arrange and the structure densifies.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density gradually increases and stabilizes at approximately 2.016 g/cm³, indicating the system has reached an equilibrated amorphous state.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confirms the effectiveness of the relaxation process in generating a realistic amorphous silica structure.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3" descr="Coimbatore Institute of Technology - Wikipedia">
            <a:extLst>
              <a:ext uri="{FF2B5EF4-FFF2-40B4-BE49-F238E27FC236}">
                <a16:creationId xmlns:a16="http://schemas.microsoft.com/office/drawing/2014/main" id="{6188CE64-7815-BA1D-BF5C-71CB808BB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F1B90-47BD-677A-1677-9CCB7DA5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23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3" descr="Coimbatore Institute of Technology - Wikipedia">
            <a:extLst>
              <a:ext uri="{FF2B5EF4-FFF2-40B4-BE49-F238E27FC236}">
                <a16:creationId xmlns:a16="http://schemas.microsoft.com/office/drawing/2014/main" id="{FFFA4DB9-07CC-B71D-6847-E3022BC2F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8" y="0"/>
            <a:ext cx="1165412" cy="1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D4C436-F940-F0EC-0124-3ED4B1F6C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135928"/>
              </p:ext>
            </p:extLst>
          </p:nvPr>
        </p:nvGraphicFramePr>
        <p:xfrm>
          <a:off x="1355464" y="599724"/>
          <a:ext cx="9484033" cy="52003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78432">
                  <a:extLst>
                    <a:ext uri="{9D8B030D-6E8A-4147-A177-3AD203B41FA5}">
                      <a16:colId xmlns:a16="http://schemas.microsoft.com/office/drawing/2014/main" val="2678352771"/>
                    </a:ext>
                  </a:extLst>
                </a:gridCol>
                <a:gridCol w="6005601">
                  <a:extLst>
                    <a:ext uri="{9D8B030D-6E8A-4147-A177-3AD203B41FA5}">
                      <a16:colId xmlns:a16="http://schemas.microsoft.com/office/drawing/2014/main" val="4087234316"/>
                    </a:ext>
                  </a:extLst>
                </a:gridCol>
              </a:tblGrid>
              <a:tr h="482370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2569928535"/>
                  </a:ext>
                </a:extLst>
              </a:tr>
              <a:tr h="482370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Vashishta potential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only for Si and O atoms in solid silica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2820077209"/>
                  </a:ext>
                </a:extLst>
              </a:tr>
              <a:tr h="817712"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TIP4P (lj/cut/tip4p/long)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for modeling water molecules and their interactions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305273856"/>
                  </a:ext>
                </a:extLst>
              </a:tr>
              <a:tr h="817712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 / HW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nl-NL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TIP4P water atom types: Oxygen Water / Hydrogen Water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2251643682"/>
                  </a:ext>
                </a:extLst>
              </a:tr>
              <a:tr h="817712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 in pair_coeff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Excludes OW and HW from Vashishta potential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3441469029"/>
                  </a:ext>
                </a:extLst>
              </a:tr>
              <a:tr h="482370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Fluid-fluid interaction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Water–water interactions (OW–OW, HW–HW)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1025341450"/>
                  </a:ext>
                </a:extLst>
              </a:tr>
              <a:tr h="482370"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Fluid-solid interaction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Water–silica interactions (e.g., OW–Si)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452000767"/>
                  </a:ext>
                </a:extLst>
              </a:tr>
              <a:tr h="817712"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bond_coeff and angle_coeff</a:t>
                      </a:r>
                    </a:p>
                  </a:txBody>
                  <a:tcPr marL="112035" marR="112035" marT="56018" marB="56018" anchor="ctr"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 water’s internal structure (bond length 0.9572 Å, angle ~104.52°)</a:t>
                      </a:r>
                    </a:p>
                  </a:txBody>
                  <a:tcPr marL="112035" marR="112035" marT="56018" marB="56018" anchor="ctr"/>
                </a:tc>
                <a:extLst>
                  <a:ext uri="{0D108BD9-81ED-4DB2-BD59-A6C34878D82A}">
                    <a16:rowId xmlns:a16="http://schemas.microsoft.com/office/drawing/2014/main" val="12819500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461A4-41AA-0BD0-6A2D-253E7EC5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69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6160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62" name="Rectangle 6161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65" name="Rectangle 6164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6167" name="Rectangle 6166">
            <a:extLst>
              <a:ext uri="{FF2B5EF4-FFF2-40B4-BE49-F238E27FC236}">
                <a16:creationId xmlns:a16="http://schemas.microsoft.com/office/drawing/2014/main" id="{B8DD2392-397B-48BF-BEFA-EA1FB881C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Amorphous cracked silica block solvated with water">
            <a:extLst>
              <a:ext uri="{FF2B5EF4-FFF2-40B4-BE49-F238E27FC236}">
                <a16:creationId xmlns:a16="http://schemas.microsoft.com/office/drawing/2014/main" id="{536B35F3-5F34-8435-B0BF-58D72B301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" r="904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6841C-5C13-88A9-8679-A85C232D3D5E}"/>
              </a:ext>
            </a:extLst>
          </p:cNvPr>
          <p:cNvSpPr txBox="1"/>
          <p:nvPr/>
        </p:nvSpPr>
        <p:spPr>
          <a:xfrm>
            <a:off x="760804" y="669796"/>
            <a:ext cx="1026160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rgbClr val="BAAF00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mimics </a:t>
            </a:r>
            <a:r>
              <a:rPr lang="en-US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adsorption behavior</a:t>
            </a: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porous silica — which is important for applications like:</a:t>
            </a:r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rgbClr val="BAAF00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Catalysis</a:t>
            </a:r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rgbClr val="BAAF00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purification</a:t>
            </a:r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rgbClr val="BAAF00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 technology</a:t>
            </a:r>
          </a:p>
        </p:txBody>
      </p:sp>
      <p:pic>
        <p:nvPicPr>
          <p:cNvPr id="4" name="Picture 2" descr="Coimbatore Institute of Technology - Wikipedia">
            <a:extLst>
              <a:ext uri="{FF2B5EF4-FFF2-40B4-BE49-F238E27FC236}">
                <a16:creationId xmlns:a16="http://schemas.microsoft.com/office/drawing/2014/main" id="{8036DF9C-3733-7740-549E-0B147775B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685" y="71469"/>
            <a:ext cx="1211023" cy="119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5B959-5908-9208-85CB-427FAAA1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29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130DC-F780-43D2-B26A-92EACD789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676E0E-5B44-4166-8EDD-CFDBAC622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6C065C-8068-37AA-DF55-5944C8AB5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879600"/>
            <a:ext cx="11029615" cy="397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Relevance to Chemical Engineering :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Molecular Simulation in Process Design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Adsorption Technology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Catalysis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Environmental Applications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Nanomaterials and Surface Engineering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f) Thermodynamic Understanding</a:t>
            </a:r>
          </a:p>
          <a:p>
            <a:pPr marL="0" marR="0" lvl="0" indent="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</a:endParaRPr>
          </a:p>
        </p:txBody>
      </p:sp>
      <p:pic>
        <p:nvPicPr>
          <p:cNvPr id="12" name="Picture 2" descr="Coimbatore Institute of Technology - Wikipedia">
            <a:extLst>
              <a:ext uri="{FF2B5EF4-FFF2-40B4-BE49-F238E27FC236}">
                <a16:creationId xmlns:a16="http://schemas.microsoft.com/office/drawing/2014/main" id="{822F5C1A-C740-B834-F3D4-A880F5A7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770" y="0"/>
            <a:ext cx="1182084" cy="119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3B0AA8-DFD0-D725-FA72-F826A170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8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9CD4BEB-C391-4F7E-9838-95411A832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359739-52B3-CF7F-4D35-08C16FC2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1" y="723901"/>
            <a:ext cx="10993549" cy="14287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00" i="0" u="none" strike="noStrike" cap="all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Applications in Chemical Engineering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600" i="0" u="none" strike="noStrike" cap="all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5D0257-E357-A509-C2E4-18D7F7BC2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79991"/>
              </p:ext>
            </p:extLst>
          </p:nvPr>
        </p:nvGraphicFramePr>
        <p:xfrm>
          <a:off x="687834" y="730830"/>
          <a:ext cx="11262866" cy="5403269"/>
        </p:xfrm>
        <a:graphic>
          <a:graphicData uri="http://schemas.openxmlformats.org/drawingml/2006/table">
            <a:tbl>
              <a:tblPr/>
              <a:tblGrid>
                <a:gridCol w="4031140">
                  <a:extLst>
                    <a:ext uri="{9D8B030D-6E8A-4147-A177-3AD203B41FA5}">
                      <a16:colId xmlns:a16="http://schemas.microsoft.com/office/drawing/2014/main" val="1676591402"/>
                    </a:ext>
                  </a:extLst>
                </a:gridCol>
                <a:gridCol w="7231726">
                  <a:extLst>
                    <a:ext uri="{9D8B030D-6E8A-4147-A177-3AD203B41FA5}">
                      <a16:colId xmlns:a16="http://schemas.microsoft.com/office/drawing/2014/main" val="1047432825"/>
                    </a:ext>
                  </a:extLst>
                </a:gridCol>
              </a:tblGrid>
              <a:tr h="575225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401072"/>
                  </a:ext>
                </a:extLst>
              </a:tr>
              <a:tr h="1034123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Adsorption Units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Designing silica-based adsorbents for dehydration processes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60326"/>
                  </a:ext>
                </a:extLst>
              </a:tr>
              <a:tr h="575225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Catalysis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Evaluating hydrothermal stability of silica supports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27030"/>
                  </a:ext>
                </a:extLst>
              </a:tr>
              <a:tr h="1034123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Membranes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Moisture behavior in silica membranes for water purification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063481"/>
                  </a:ext>
                </a:extLst>
              </a:tr>
              <a:tr h="575225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Pharmaceuticals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interaction in silica-based drug carriers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410690"/>
                  </a:ext>
                </a:extLst>
              </a:tr>
              <a:tr h="575225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Storage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Silica in fuel cells and battery components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492852"/>
                  </a:ext>
                </a:extLst>
              </a:tr>
              <a:tr h="1034123">
                <a:tc>
                  <a:txBody>
                    <a:bodyPr/>
                    <a:lstStyle/>
                    <a:p>
                      <a:r>
                        <a:rPr lang="en-IN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Sensors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 of humidity sensors based on silica’s adsorption capacity</a:t>
                      </a:r>
                    </a:p>
                  </a:txBody>
                  <a:tcPr marL="92718" marR="92718" marT="46359" marB="46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902886"/>
                  </a:ext>
                </a:extLst>
              </a:tr>
            </a:tbl>
          </a:graphicData>
        </a:graphic>
      </p:graphicFrame>
      <p:pic>
        <p:nvPicPr>
          <p:cNvPr id="4" name="Picture 2" descr="Coimbatore Institute of Technology - Wikipedia">
            <a:extLst>
              <a:ext uri="{FF2B5EF4-FFF2-40B4-BE49-F238E27FC236}">
                <a16:creationId xmlns:a16="http://schemas.microsoft.com/office/drawing/2014/main" id="{9C8CC1E1-8155-FB6B-6B11-09282E771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103" y="102413"/>
            <a:ext cx="1107827" cy="115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94EA0-BF9F-26F1-D9B6-F239DE52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85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11D05D8-D53F-6F3E-C269-1F6615939E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99" r="25413"/>
          <a:stretch>
            <a:fillRect/>
          </a:stretch>
        </p:blipFill>
        <p:spPr>
          <a:xfrm>
            <a:off x="20" y="10"/>
            <a:ext cx="4131713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9934" y="457200"/>
            <a:ext cx="7223760" cy="91440"/>
          </a:xfrm>
          <a:prstGeom prst="rect">
            <a:avLst/>
          </a:prstGeom>
          <a:solidFill>
            <a:srgbClr val="5894E3"/>
          </a:solidFill>
          <a:ln>
            <a:solidFill>
              <a:srgbClr val="589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C1664-0675-A2BE-A239-94E24C302402}"/>
              </a:ext>
            </a:extLst>
          </p:cNvPr>
          <p:cNvSpPr txBox="1"/>
          <p:nvPr/>
        </p:nvSpPr>
        <p:spPr>
          <a:xfrm>
            <a:off x="4449934" y="1896533"/>
            <a:ext cx="7157866" cy="39622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endParaRPr lang="en-US" sz="2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method is a </a:t>
            </a:r>
            <a:r>
              <a:rPr lang="en-US" sz="2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powerful simulation-based tool</a:t>
            </a: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allows chemical engineers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material performance before real experiments,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time and cost in R&amp;D of porous adsorbents,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the </a:t>
            </a:r>
            <a:r>
              <a:rPr lang="en-US" sz="2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of unit operations</a:t>
            </a: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involving adsorption, diffusion, or reaction,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rgbClr val="5894E3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Innovate new applications using nanoporous silica in diverse chemical processes</a:t>
            </a:r>
            <a:r>
              <a:rPr lang="en-US" sz="26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4" name="Picture 2" descr="Coimbatore Institute of Technology - Wikipedia">
            <a:extLst>
              <a:ext uri="{FF2B5EF4-FFF2-40B4-BE49-F238E27FC236}">
                <a16:creationId xmlns:a16="http://schemas.microsoft.com/office/drawing/2014/main" id="{76FE0E0B-E81F-14CE-26B5-BC9941FF5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042" y="94114"/>
            <a:ext cx="1229957" cy="127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C568A7-D5B1-F5B7-DCA8-27FF8E62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7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DE8F36-BF3B-529B-3AF2-201EC58FEB05}"/>
              </a:ext>
            </a:extLst>
          </p:cNvPr>
          <p:cNvSpPr/>
          <p:nvPr/>
        </p:nvSpPr>
        <p:spPr>
          <a:xfrm>
            <a:off x="3195668" y="2967335"/>
            <a:ext cx="5959089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dirty="0">
                <a:ln w="0"/>
                <a:solidFill>
                  <a:schemeClr val="accent1">
                    <a:lumMod val="90000"/>
                    <a:lumOff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</a:t>
            </a:r>
            <a:r>
              <a:rPr lang="en-US" sz="6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US" sz="6600" dirty="0">
                <a:ln w="0"/>
                <a:solidFill>
                  <a:schemeClr val="accent1">
                    <a:lumMod val="90000"/>
                    <a:lumOff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YOU!!!</a:t>
            </a:r>
            <a:endParaRPr lang="en-US" sz="6600" b="0" cap="none" spc="0" dirty="0">
              <a:ln w="0"/>
              <a:solidFill>
                <a:schemeClr val="accent1">
                  <a:lumMod val="90000"/>
                  <a:lumOff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D1CE-4E04-2EF9-A2B1-2FFF609D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5722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61</TotalTime>
  <Words>1388</Words>
  <Application>Microsoft Office PowerPoint</Application>
  <PresentationFormat>Widescreen</PresentationFormat>
  <Paragraphs>181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ADLaM Display</vt:lpstr>
      <vt:lpstr>Aptos</vt:lpstr>
      <vt:lpstr>Arial</vt:lpstr>
      <vt:lpstr>Arial Unicode MS</vt:lpstr>
      <vt:lpstr>Calibri</vt:lpstr>
      <vt:lpstr>Cascadia Code Light</vt:lpstr>
      <vt:lpstr>Gill Sans MT</vt:lpstr>
      <vt:lpstr>Wingdings 2</vt:lpstr>
      <vt:lpstr>Dividend</vt:lpstr>
      <vt:lpstr>A computational investigation of  water adsorption in silica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computational investigation of  water adsorption in silica</dc:title>
  <dc:creator>Ananth Elumalai</dc:creator>
  <cp:lastModifiedBy>Ananth Elumalai</cp:lastModifiedBy>
  <cp:revision>4</cp:revision>
  <dcterms:created xsi:type="dcterms:W3CDTF">2025-06-24T16:40:57Z</dcterms:created>
  <dcterms:modified xsi:type="dcterms:W3CDTF">2025-07-01T13:19:48Z</dcterms:modified>
</cp:coreProperties>
</file>